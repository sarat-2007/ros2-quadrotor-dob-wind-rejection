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61" r:id="rId12"/>
    <p:sldId id="267" r:id="rId18"/>
    <p:sldId id="269" r:id="rId20"/>
    <p:sldId id="273" r:id="rId24"/>
    <p:sldId id="274" r:id="rId25"/>
    <p:sldId id="275" r:id="rId26"/>
  </p:sldIdLst>
  <p:sldSz cy="5143500" cx="9144000"/>
  <p:notesSz cx="6858000" cy="9144000"/>
  <p:embeddedFontLst>
    <p:embeddedFont>
      <p:font typeface="Anuphan"/>
      <p:regular r:id="rId48"/>
      <p:bold r:id="rId49"/>
    </p:embeddedFont>
    <p:embeddedFont>
      <p:font typeface="Proxima Nova"/>
      <p:regular r:id="rId50"/>
      <p:bold r:id="rId51"/>
      <p:italic r:id="rId52"/>
      <p:boldItalic r:id="rId53"/>
    </p:embeddedFont>
    <p:embeddedFont>
      <p:font typeface="Roboto Medium"/>
      <p:regular r:id="rId54"/>
      <p:bold r:id="rId55"/>
      <p:italic r:id="rId56"/>
      <p:boldItalic r:id="rId57"/>
    </p:embeddedFont>
    <p:embeddedFont>
      <p:font typeface="Amatic SC"/>
      <p:regular r:id="rId58"/>
      <p:bold r:id="rId59"/>
    </p:embeddedFont>
    <p:embeddedFont>
      <p:font typeface="Inter"/>
      <p:regular r:id="rId60"/>
      <p:bold r:id="rId61"/>
      <p:italic r:id="rId62"/>
      <p:boldItalic r:id="rId63"/>
    </p:embeddedFont>
    <p:embeddedFont>
      <p:font typeface="Manrope"/>
      <p:regular r:id="rId64"/>
      <p:bold r:id="rId65"/>
    </p:embeddedFont>
    <p:embeddedFont>
      <p:font typeface="Manrope ExtraBold"/>
      <p:bold r:id="rId66"/>
    </p:embeddedFont>
    <p:embeddedFont>
      <p:font typeface="Proxima Nova Semibold"/>
      <p:regular r:id="rId67"/>
      <p:bold r:id="rId68"/>
      <p:boldItalic r:id="rId69"/>
    </p:embeddedFont>
    <p:embeddedFont>
      <p:font typeface="PT Sans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801622-11C6-4DC2-953D-C446924FF4FE}">
  <a:tblStyle styleId="{AC801622-11C6-4DC2-953D-C446924FF4F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6997658-5056-4D7B-9166-B47DBD4879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48" Type="http://schemas.openxmlformats.org/officeDocument/2006/relationships/font" Target="fonts/Anuphan-regular.fntdata"/><Relationship Id="rId49" Type="http://schemas.openxmlformats.org/officeDocument/2006/relationships/font" Target="fonts/Anuphan-bold.fntdata"/><Relationship Id="rId50" Type="http://schemas.openxmlformats.org/officeDocument/2006/relationships/font" Target="fonts/ProximaNova-regular.fntdata"/><Relationship Id="rId51" Type="http://schemas.openxmlformats.org/officeDocument/2006/relationships/font" Target="fonts/ProximaNova-bold.fntdata"/><Relationship Id="rId52" Type="http://schemas.openxmlformats.org/officeDocument/2006/relationships/font" Target="fonts/ProximaNova-italic.fntdata"/><Relationship Id="rId53" Type="http://schemas.openxmlformats.org/officeDocument/2006/relationships/font" Target="fonts/ProximaNova-boldItalic.fntdata"/><Relationship Id="rId54" Type="http://schemas.openxmlformats.org/officeDocument/2006/relationships/font" Target="fonts/RobotoMedium-regular.fntdata"/><Relationship Id="rId55" Type="http://schemas.openxmlformats.org/officeDocument/2006/relationships/font" Target="fonts/RobotoMedium-bold.fntdata"/><Relationship Id="rId56" Type="http://schemas.openxmlformats.org/officeDocument/2006/relationships/font" Target="fonts/RobotoMedium-italic.fntdata"/><Relationship Id="rId57" Type="http://schemas.openxmlformats.org/officeDocument/2006/relationships/font" Target="fonts/RobotoMedium-boldItalic.fntdata"/><Relationship Id="rId58" Type="http://schemas.openxmlformats.org/officeDocument/2006/relationships/font" Target="fonts/AmaticSC-regular.fntdata"/><Relationship Id="rId59" Type="http://schemas.openxmlformats.org/officeDocument/2006/relationships/font" Target="fonts/AmaticSC-bold.fntdata"/><Relationship Id="rId60" Type="http://schemas.openxmlformats.org/officeDocument/2006/relationships/font" Target="fonts/Inter-regular.fntdata"/><Relationship Id="rId61" Type="http://schemas.openxmlformats.org/officeDocument/2006/relationships/font" Target="fonts/Inter-bold.fntdata"/><Relationship Id="rId62" Type="http://schemas.openxmlformats.org/officeDocument/2006/relationships/font" Target="fonts/Inter-italic.fntdata"/><Relationship Id="rId63" Type="http://schemas.openxmlformats.org/officeDocument/2006/relationships/font" Target="fonts/Inter-boldItalic.fntdata"/><Relationship Id="rId64" Type="http://schemas.openxmlformats.org/officeDocument/2006/relationships/font" Target="fonts/Manrope-regular.fntdata"/><Relationship Id="rId65" Type="http://schemas.openxmlformats.org/officeDocument/2006/relationships/font" Target="fonts/Manrope-bold.fntdata"/><Relationship Id="rId66" Type="http://schemas.openxmlformats.org/officeDocument/2006/relationships/font" Target="fonts/ManropeExtraBold-bold.fntdata"/><Relationship Id="rId67" Type="http://schemas.openxmlformats.org/officeDocument/2006/relationships/font" Target="fonts/ProximaNovaSemibold-regular.fntdata"/><Relationship Id="rId68" Type="http://schemas.openxmlformats.org/officeDocument/2006/relationships/font" Target="fonts/ProximaNovaSemibold-bold.fntdata"/><Relationship Id="rId69" Type="http://schemas.openxmlformats.org/officeDocument/2006/relationships/font" Target="fonts/ProximaNovaSemibold-boldItalic.fntdata"/><Relationship Id="rId70" Type="http://schemas.openxmlformats.org/officeDocument/2006/relationships/font" Target="fonts/PTSans-regular.fntdata"/><Relationship Id="rId71" Type="http://schemas.openxmlformats.org/officeDocument/2006/relationships/font" Target="fonts/PTSans-bold.fntdata"/><Relationship Id="rId72" Type="http://schemas.openxmlformats.org/officeDocument/2006/relationships/font" Target="fonts/PTSans-italic.fntdata"/><Relationship Id="rId73" Type="http://schemas.openxmlformats.org/officeDocument/2006/relationships/font" Target="fonts/PT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287b68dfb7_0_28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287b68dfb7_0_28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56788be96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56788be96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56788be96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56788be96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56788be96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56788be96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56788be96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56788be96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56788be966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56788be966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>
            <p:ph idx="2" type="pic"/>
          </p:nvPr>
        </p:nvSpPr>
        <p:spPr>
          <a:xfrm>
            <a:off x="5580475" y="541800"/>
            <a:ext cx="28464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720100" y="640080"/>
            <a:ext cx="4701600" cy="2909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0112" y="3950208"/>
            <a:ext cx="4701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7462289" y="4311464"/>
            <a:ext cx="1681718" cy="832034"/>
            <a:chOff x="-335025" y="601363"/>
            <a:chExt cx="794425" cy="393025"/>
          </a:xfrm>
        </p:grpSpPr>
        <p:sp>
          <p:nvSpPr>
            <p:cNvPr id="13" name="Google Shape;13;p2"/>
            <p:cNvSpPr/>
            <p:nvPr/>
          </p:nvSpPr>
          <p:spPr>
            <a:xfrm>
              <a:off x="-335025" y="601363"/>
              <a:ext cx="794425" cy="393025"/>
            </a:xfrm>
            <a:custGeom>
              <a:rect b="b" l="l" r="r" t="t"/>
              <a:pathLst>
                <a:path extrusionOk="0" h="15721" w="31777">
                  <a:moveTo>
                    <a:pt x="6938" y="160"/>
                  </a:moveTo>
                  <a:lnTo>
                    <a:pt x="7156" y="199"/>
                  </a:lnTo>
                  <a:lnTo>
                    <a:pt x="7374" y="259"/>
                  </a:lnTo>
                  <a:lnTo>
                    <a:pt x="7593" y="318"/>
                  </a:lnTo>
                  <a:lnTo>
                    <a:pt x="7811" y="417"/>
                  </a:lnTo>
                  <a:lnTo>
                    <a:pt x="8029" y="516"/>
                  </a:lnTo>
                  <a:lnTo>
                    <a:pt x="8227" y="635"/>
                  </a:lnTo>
                  <a:lnTo>
                    <a:pt x="8425" y="754"/>
                  </a:lnTo>
                  <a:lnTo>
                    <a:pt x="8604" y="893"/>
                  </a:lnTo>
                  <a:lnTo>
                    <a:pt x="8960" y="1171"/>
                  </a:lnTo>
                  <a:lnTo>
                    <a:pt x="9238" y="1468"/>
                  </a:lnTo>
                  <a:lnTo>
                    <a:pt x="9634" y="1924"/>
                  </a:lnTo>
                  <a:lnTo>
                    <a:pt x="9932" y="2300"/>
                  </a:lnTo>
                  <a:lnTo>
                    <a:pt x="10249" y="2737"/>
                  </a:lnTo>
                  <a:lnTo>
                    <a:pt x="10526" y="3153"/>
                  </a:lnTo>
                  <a:lnTo>
                    <a:pt x="10645" y="3351"/>
                  </a:lnTo>
                  <a:lnTo>
                    <a:pt x="10744" y="3529"/>
                  </a:lnTo>
                  <a:lnTo>
                    <a:pt x="10804" y="3688"/>
                  </a:lnTo>
                  <a:lnTo>
                    <a:pt x="10844" y="3827"/>
                  </a:lnTo>
                  <a:lnTo>
                    <a:pt x="10844" y="3926"/>
                  </a:lnTo>
                  <a:lnTo>
                    <a:pt x="10824" y="3966"/>
                  </a:lnTo>
                  <a:lnTo>
                    <a:pt x="10784" y="3985"/>
                  </a:lnTo>
                  <a:lnTo>
                    <a:pt x="10764" y="4025"/>
                  </a:lnTo>
                  <a:lnTo>
                    <a:pt x="10368" y="3985"/>
                  </a:lnTo>
                  <a:lnTo>
                    <a:pt x="9951" y="3926"/>
                  </a:lnTo>
                  <a:lnTo>
                    <a:pt x="9575" y="3827"/>
                  </a:lnTo>
                  <a:lnTo>
                    <a:pt x="9178" y="3708"/>
                  </a:lnTo>
                  <a:lnTo>
                    <a:pt x="8802" y="3569"/>
                  </a:lnTo>
                  <a:lnTo>
                    <a:pt x="8445" y="3391"/>
                  </a:lnTo>
                  <a:lnTo>
                    <a:pt x="8088" y="3173"/>
                  </a:lnTo>
                  <a:lnTo>
                    <a:pt x="7771" y="2955"/>
                  </a:lnTo>
                  <a:lnTo>
                    <a:pt x="7454" y="2697"/>
                  </a:lnTo>
                  <a:lnTo>
                    <a:pt x="7176" y="2419"/>
                  </a:lnTo>
                  <a:lnTo>
                    <a:pt x="6919" y="2122"/>
                  </a:lnTo>
                  <a:lnTo>
                    <a:pt x="6681" y="1785"/>
                  </a:lnTo>
                  <a:lnTo>
                    <a:pt x="6482" y="1448"/>
                  </a:lnTo>
                  <a:lnTo>
                    <a:pt x="6324" y="1071"/>
                  </a:lnTo>
                  <a:lnTo>
                    <a:pt x="6185" y="695"/>
                  </a:lnTo>
                  <a:lnTo>
                    <a:pt x="6106" y="278"/>
                  </a:lnTo>
                  <a:lnTo>
                    <a:pt x="6304" y="219"/>
                  </a:lnTo>
                  <a:lnTo>
                    <a:pt x="6502" y="179"/>
                  </a:lnTo>
                  <a:lnTo>
                    <a:pt x="6720" y="160"/>
                  </a:lnTo>
                  <a:close/>
                  <a:moveTo>
                    <a:pt x="7711" y="3173"/>
                  </a:moveTo>
                  <a:lnTo>
                    <a:pt x="7989" y="3351"/>
                  </a:lnTo>
                  <a:lnTo>
                    <a:pt x="8267" y="3510"/>
                  </a:lnTo>
                  <a:lnTo>
                    <a:pt x="8544" y="3668"/>
                  </a:lnTo>
                  <a:lnTo>
                    <a:pt x="8841" y="3787"/>
                  </a:lnTo>
                  <a:lnTo>
                    <a:pt x="9159" y="3906"/>
                  </a:lnTo>
                  <a:lnTo>
                    <a:pt x="9456" y="4005"/>
                  </a:lnTo>
                  <a:lnTo>
                    <a:pt x="9773" y="4085"/>
                  </a:lnTo>
                  <a:lnTo>
                    <a:pt x="10090" y="4144"/>
                  </a:lnTo>
                  <a:lnTo>
                    <a:pt x="10229" y="4243"/>
                  </a:lnTo>
                  <a:lnTo>
                    <a:pt x="10328" y="4362"/>
                  </a:lnTo>
                  <a:lnTo>
                    <a:pt x="10427" y="4481"/>
                  </a:lnTo>
                  <a:lnTo>
                    <a:pt x="10507" y="4620"/>
                  </a:lnTo>
                  <a:lnTo>
                    <a:pt x="10665" y="4877"/>
                  </a:lnTo>
                  <a:lnTo>
                    <a:pt x="10764" y="4996"/>
                  </a:lnTo>
                  <a:lnTo>
                    <a:pt x="10863" y="5096"/>
                  </a:lnTo>
                  <a:lnTo>
                    <a:pt x="10467" y="4977"/>
                  </a:lnTo>
                  <a:lnTo>
                    <a:pt x="10051" y="4877"/>
                  </a:lnTo>
                  <a:lnTo>
                    <a:pt x="9614" y="4818"/>
                  </a:lnTo>
                  <a:lnTo>
                    <a:pt x="9416" y="4798"/>
                  </a:lnTo>
                  <a:lnTo>
                    <a:pt x="9198" y="4798"/>
                  </a:lnTo>
                  <a:lnTo>
                    <a:pt x="9079" y="4818"/>
                  </a:lnTo>
                  <a:lnTo>
                    <a:pt x="8485" y="4560"/>
                  </a:lnTo>
                  <a:lnTo>
                    <a:pt x="7890" y="4263"/>
                  </a:lnTo>
                  <a:lnTo>
                    <a:pt x="7335" y="3926"/>
                  </a:lnTo>
                  <a:lnTo>
                    <a:pt x="7057" y="3728"/>
                  </a:lnTo>
                  <a:lnTo>
                    <a:pt x="6800" y="3529"/>
                  </a:lnTo>
                  <a:lnTo>
                    <a:pt x="6760" y="3529"/>
                  </a:lnTo>
                  <a:lnTo>
                    <a:pt x="6720" y="3549"/>
                  </a:lnTo>
                  <a:lnTo>
                    <a:pt x="6700" y="3589"/>
                  </a:lnTo>
                  <a:lnTo>
                    <a:pt x="6720" y="3629"/>
                  </a:lnTo>
                  <a:lnTo>
                    <a:pt x="6958" y="3827"/>
                  </a:lnTo>
                  <a:lnTo>
                    <a:pt x="7196" y="4005"/>
                  </a:lnTo>
                  <a:lnTo>
                    <a:pt x="7692" y="4322"/>
                  </a:lnTo>
                  <a:lnTo>
                    <a:pt x="8207" y="4620"/>
                  </a:lnTo>
                  <a:lnTo>
                    <a:pt x="8742" y="4858"/>
                  </a:lnTo>
                  <a:lnTo>
                    <a:pt x="8445" y="4937"/>
                  </a:lnTo>
                  <a:lnTo>
                    <a:pt x="8128" y="5036"/>
                  </a:lnTo>
                  <a:lnTo>
                    <a:pt x="7830" y="5175"/>
                  </a:lnTo>
                  <a:lnTo>
                    <a:pt x="7553" y="5333"/>
                  </a:lnTo>
                  <a:lnTo>
                    <a:pt x="7434" y="5254"/>
                  </a:lnTo>
                  <a:lnTo>
                    <a:pt x="7315" y="5175"/>
                  </a:lnTo>
                  <a:lnTo>
                    <a:pt x="7216" y="5076"/>
                  </a:lnTo>
                  <a:lnTo>
                    <a:pt x="7117" y="4957"/>
                  </a:lnTo>
                  <a:lnTo>
                    <a:pt x="6958" y="4719"/>
                  </a:lnTo>
                  <a:lnTo>
                    <a:pt x="6839" y="4441"/>
                  </a:lnTo>
                  <a:lnTo>
                    <a:pt x="6720" y="4164"/>
                  </a:lnTo>
                  <a:lnTo>
                    <a:pt x="6641" y="3866"/>
                  </a:lnTo>
                  <a:lnTo>
                    <a:pt x="6582" y="3569"/>
                  </a:lnTo>
                  <a:lnTo>
                    <a:pt x="6542" y="3292"/>
                  </a:lnTo>
                  <a:lnTo>
                    <a:pt x="6542" y="3292"/>
                  </a:lnTo>
                  <a:lnTo>
                    <a:pt x="6839" y="3331"/>
                  </a:lnTo>
                  <a:lnTo>
                    <a:pt x="7018" y="3351"/>
                  </a:lnTo>
                  <a:lnTo>
                    <a:pt x="7196" y="3351"/>
                  </a:lnTo>
                  <a:lnTo>
                    <a:pt x="7374" y="3331"/>
                  </a:lnTo>
                  <a:lnTo>
                    <a:pt x="7513" y="3292"/>
                  </a:lnTo>
                  <a:lnTo>
                    <a:pt x="7632" y="3252"/>
                  </a:lnTo>
                  <a:lnTo>
                    <a:pt x="7692" y="3212"/>
                  </a:lnTo>
                  <a:lnTo>
                    <a:pt x="7711" y="3173"/>
                  </a:lnTo>
                  <a:close/>
                  <a:moveTo>
                    <a:pt x="11458" y="2657"/>
                  </a:moveTo>
                  <a:lnTo>
                    <a:pt x="11874" y="2875"/>
                  </a:lnTo>
                  <a:lnTo>
                    <a:pt x="12330" y="3133"/>
                  </a:lnTo>
                  <a:lnTo>
                    <a:pt x="12528" y="3272"/>
                  </a:lnTo>
                  <a:lnTo>
                    <a:pt x="12747" y="3411"/>
                  </a:lnTo>
                  <a:lnTo>
                    <a:pt x="12925" y="3569"/>
                  </a:lnTo>
                  <a:lnTo>
                    <a:pt x="13084" y="3728"/>
                  </a:lnTo>
                  <a:lnTo>
                    <a:pt x="13183" y="3827"/>
                  </a:lnTo>
                  <a:lnTo>
                    <a:pt x="13262" y="3946"/>
                  </a:lnTo>
                  <a:lnTo>
                    <a:pt x="13381" y="4203"/>
                  </a:lnTo>
                  <a:lnTo>
                    <a:pt x="13460" y="4461"/>
                  </a:lnTo>
                  <a:lnTo>
                    <a:pt x="13520" y="4759"/>
                  </a:lnTo>
                  <a:lnTo>
                    <a:pt x="13539" y="5056"/>
                  </a:lnTo>
                  <a:lnTo>
                    <a:pt x="13520" y="5333"/>
                  </a:lnTo>
                  <a:lnTo>
                    <a:pt x="13500" y="5631"/>
                  </a:lnTo>
                  <a:lnTo>
                    <a:pt x="13440" y="5908"/>
                  </a:lnTo>
                  <a:lnTo>
                    <a:pt x="12945" y="5571"/>
                  </a:lnTo>
                  <a:lnTo>
                    <a:pt x="12885" y="5234"/>
                  </a:lnTo>
                  <a:lnTo>
                    <a:pt x="12806" y="4858"/>
                  </a:lnTo>
                  <a:lnTo>
                    <a:pt x="12707" y="4461"/>
                  </a:lnTo>
                  <a:lnTo>
                    <a:pt x="12568" y="4085"/>
                  </a:lnTo>
                  <a:lnTo>
                    <a:pt x="12410" y="3728"/>
                  </a:lnTo>
                  <a:lnTo>
                    <a:pt x="12310" y="3549"/>
                  </a:lnTo>
                  <a:lnTo>
                    <a:pt x="12191" y="3391"/>
                  </a:lnTo>
                  <a:lnTo>
                    <a:pt x="12073" y="3252"/>
                  </a:lnTo>
                  <a:lnTo>
                    <a:pt x="11954" y="3113"/>
                  </a:lnTo>
                  <a:lnTo>
                    <a:pt x="11815" y="2994"/>
                  </a:lnTo>
                  <a:lnTo>
                    <a:pt x="11656" y="2895"/>
                  </a:lnTo>
                  <a:lnTo>
                    <a:pt x="11636" y="2895"/>
                  </a:lnTo>
                  <a:lnTo>
                    <a:pt x="11617" y="2915"/>
                  </a:lnTo>
                  <a:lnTo>
                    <a:pt x="11597" y="2935"/>
                  </a:lnTo>
                  <a:lnTo>
                    <a:pt x="11617" y="2955"/>
                  </a:lnTo>
                  <a:lnTo>
                    <a:pt x="11854" y="3232"/>
                  </a:lnTo>
                  <a:lnTo>
                    <a:pt x="12073" y="3529"/>
                  </a:lnTo>
                  <a:lnTo>
                    <a:pt x="12251" y="3827"/>
                  </a:lnTo>
                  <a:lnTo>
                    <a:pt x="12410" y="4144"/>
                  </a:lnTo>
                  <a:lnTo>
                    <a:pt x="12548" y="4461"/>
                  </a:lnTo>
                  <a:lnTo>
                    <a:pt x="12667" y="4798"/>
                  </a:lnTo>
                  <a:lnTo>
                    <a:pt x="12766" y="5155"/>
                  </a:lnTo>
                  <a:lnTo>
                    <a:pt x="12865" y="5512"/>
                  </a:lnTo>
                  <a:lnTo>
                    <a:pt x="12429" y="5195"/>
                  </a:lnTo>
                  <a:lnTo>
                    <a:pt x="11993" y="4877"/>
                  </a:lnTo>
                  <a:lnTo>
                    <a:pt x="11993" y="4858"/>
                  </a:lnTo>
                  <a:lnTo>
                    <a:pt x="11973" y="4838"/>
                  </a:lnTo>
                  <a:lnTo>
                    <a:pt x="11874" y="4778"/>
                  </a:lnTo>
                  <a:lnTo>
                    <a:pt x="11775" y="4699"/>
                  </a:lnTo>
                  <a:lnTo>
                    <a:pt x="11696" y="4600"/>
                  </a:lnTo>
                  <a:lnTo>
                    <a:pt x="11636" y="4481"/>
                  </a:lnTo>
                  <a:lnTo>
                    <a:pt x="11577" y="4342"/>
                  </a:lnTo>
                  <a:lnTo>
                    <a:pt x="11537" y="4203"/>
                  </a:lnTo>
                  <a:lnTo>
                    <a:pt x="11478" y="3886"/>
                  </a:lnTo>
                  <a:lnTo>
                    <a:pt x="11438" y="3549"/>
                  </a:lnTo>
                  <a:lnTo>
                    <a:pt x="11418" y="3212"/>
                  </a:lnTo>
                  <a:lnTo>
                    <a:pt x="11438" y="2915"/>
                  </a:lnTo>
                  <a:lnTo>
                    <a:pt x="11458" y="2657"/>
                  </a:lnTo>
                  <a:close/>
                  <a:moveTo>
                    <a:pt x="9714" y="4996"/>
                  </a:moveTo>
                  <a:lnTo>
                    <a:pt x="9971" y="5036"/>
                  </a:lnTo>
                  <a:lnTo>
                    <a:pt x="10229" y="5096"/>
                  </a:lnTo>
                  <a:lnTo>
                    <a:pt x="10487" y="5175"/>
                  </a:lnTo>
                  <a:lnTo>
                    <a:pt x="10744" y="5254"/>
                  </a:lnTo>
                  <a:lnTo>
                    <a:pt x="11002" y="5373"/>
                  </a:lnTo>
                  <a:lnTo>
                    <a:pt x="11478" y="5591"/>
                  </a:lnTo>
                  <a:lnTo>
                    <a:pt x="11656" y="5710"/>
                  </a:lnTo>
                  <a:lnTo>
                    <a:pt x="11815" y="5849"/>
                  </a:lnTo>
                  <a:lnTo>
                    <a:pt x="11973" y="5988"/>
                  </a:lnTo>
                  <a:lnTo>
                    <a:pt x="12152" y="6106"/>
                  </a:lnTo>
                  <a:lnTo>
                    <a:pt x="11736" y="6146"/>
                  </a:lnTo>
                  <a:lnTo>
                    <a:pt x="11299" y="6206"/>
                  </a:lnTo>
                  <a:lnTo>
                    <a:pt x="11062" y="6245"/>
                  </a:lnTo>
                  <a:lnTo>
                    <a:pt x="10824" y="6305"/>
                  </a:lnTo>
                  <a:lnTo>
                    <a:pt x="10606" y="6384"/>
                  </a:lnTo>
                  <a:lnTo>
                    <a:pt x="10388" y="6463"/>
                  </a:lnTo>
                  <a:lnTo>
                    <a:pt x="10189" y="6562"/>
                  </a:lnTo>
                  <a:lnTo>
                    <a:pt x="10011" y="6681"/>
                  </a:lnTo>
                  <a:lnTo>
                    <a:pt x="9852" y="6800"/>
                  </a:lnTo>
                  <a:lnTo>
                    <a:pt x="9674" y="6899"/>
                  </a:lnTo>
                  <a:lnTo>
                    <a:pt x="9634" y="6860"/>
                  </a:lnTo>
                  <a:lnTo>
                    <a:pt x="9614" y="6860"/>
                  </a:lnTo>
                  <a:lnTo>
                    <a:pt x="9198" y="6959"/>
                  </a:lnTo>
                  <a:lnTo>
                    <a:pt x="8802" y="7018"/>
                  </a:lnTo>
                  <a:lnTo>
                    <a:pt x="8405" y="7038"/>
                  </a:lnTo>
                  <a:lnTo>
                    <a:pt x="8187" y="7038"/>
                  </a:lnTo>
                  <a:lnTo>
                    <a:pt x="7989" y="7018"/>
                  </a:lnTo>
                  <a:lnTo>
                    <a:pt x="7791" y="6999"/>
                  </a:lnTo>
                  <a:lnTo>
                    <a:pt x="7593" y="6939"/>
                  </a:lnTo>
                  <a:lnTo>
                    <a:pt x="7394" y="6880"/>
                  </a:lnTo>
                  <a:lnTo>
                    <a:pt x="7196" y="6820"/>
                  </a:lnTo>
                  <a:lnTo>
                    <a:pt x="6978" y="6721"/>
                  </a:lnTo>
                  <a:lnTo>
                    <a:pt x="6800" y="6622"/>
                  </a:lnTo>
                  <a:lnTo>
                    <a:pt x="6621" y="6523"/>
                  </a:lnTo>
                  <a:lnTo>
                    <a:pt x="6482" y="6384"/>
                  </a:lnTo>
                  <a:lnTo>
                    <a:pt x="6780" y="6146"/>
                  </a:lnTo>
                  <a:lnTo>
                    <a:pt x="7077" y="5888"/>
                  </a:lnTo>
                  <a:lnTo>
                    <a:pt x="7374" y="5670"/>
                  </a:lnTo>
                  <a:lnTo>
                    <a:pt x="7711" y="5472"/>
                  </a:lnTo>
                  <a:lnTo>
                    <a:pt x="8048" y="5294"/>
                  </a:lnTo>
                  <a:lnTo>
                    <a:pt x="8385" y="5155"/>
                  </a:lnTo>
                  <a:lnTo>
                    <a:pt x="8762" y="5056"/>
                  </a:lnTo>
                  <a:lnTo>
                    <a:pt x="8940" y="5016"/>
                  </a:lnTo>
                  <a:lnTo>
                    <a:pt x="9139" y="4996"/>
                  </a:lnTo>
                  <a:close/>
                  <a:moveTo>
                    <a:pt x="10328" y="4184"/>
                  </a:moveTo>
                  <a:lnTo>
                    <a:pt x="10784" y="4223"/>
                  </a:lnTo>
                  <a:lnTo>
                    <a:pt x="10804" y="4203"/>
                  </a:lnTo>
                  <a:lnTo>
                    <a:pt x="11438" y="4719"/>
                  </a:lnTo>
                  <a:lnTo>
                    <a:pt x="12073" y="5195"/>
                  </a:lnTo>
                  <a:lnTo>
                    <a:pt x="12727" y="5670"/>
                  </a:lnTo>
                  <a:lnTo>
                    <a:pt x="13401" y="6106"/>
                  </a:lnTo>
                  <a:lnTo>
                    <a:pt x="13421" y="6126"/>
                  </a:lnTo>
                  <a:lnTo>
                    <a:pt x="13440" y="6166"/>
                  </a:lnTo>
                  <a:lnTo>
                    <a:pt x="13520" y="6166"/>
                  </a:lnTo>
                  <a:lnTo>
                    <a:pt x="14095" y="6483"/>
                  </a:lnTo>
                  <a:lnTo>
                    <a:pt x="14689" y="6761"/>
                  </a:lnTo>
                  <a:lnTo>
                    <a:pt x="14987" y="6899"/>
                  </a:lnTo>
                  <a:lnTo>
                    <a:pt x="15304" y="7018"/>
                  </a:lnTo>
                  <a:lnTo>
                    <a:pt x="15601" y="7117"/>
                  </a:lnTo>
                  <a:lnTo>
                    <a:pt x="15938" y="7217"/>
                  </a:lnTo>
                  <a:lnTo>
                    <a:pt x="15641" y="7197"/>
                  </a:lnTo>
                  <a:lnTo>
                    <a:pt x="15304" y="7217"/>
                  </a:lnTo>
                  <a:lnTo>
                    <a:pt x="15125" y="7236"/>
                  </a:lnTo>
                  <a:lnTo>
                    <a:pt x="14947" y="7256"/>
                  </a:lnTo>
                  <a:lnTo>
                    <a:pt x="14927" y="7236"/>
                  </a:lnTo>
                  <a:lnTo>
                    <a:pt x="14828" y="7098"/>
                  </a:lnTo>
                  <a:lnTo>
                    <a:pt x="14689" y="6959"/>
                  </a:lnTo>
                  <a:lnTo>
                    <a:pt x="14570" y="6840"/>
                  </a:lnTo>
                  <a:lnTo>
                    <a:pt x="14431" y="6721"/>
                  </a:lnTo>
                  <a:lnTo>
                    <a:pt x="14134" y="6543"/>
                  </a:lnTo>
                  <a:lnTo>
                    <a:pt x="13837" y="6384"/>
                  </a:lnTo>
                  <a:lnTo>
                    <a:pt x="13520" y="6265"/>
                  </a:lnTo>
                  <a:lnTo>
                    <a:pt x="13183" y="6186"/>
                  </a:lnTo>
                  <a:lnTo>
                    <a:pt x="12826" y="6126"/>
                  </a:lnTo>
                  <a:lnTo>
                    <a:pt x="12469" y="6106"/>
                  </a:lnTo>
                  <a:lnTo>
                    <a:pt x="12469" y="6067"/>
                  </a:lnTo>
                  <a:lnTo>
                    <a:pt x="12429" y="6027"/>
                  </a:lnTo>
                  <a:lnTo>
                    <a:pt x="12271" y="5948"/>
                  </a:lnTo>
                  <a:lnTo>
                    <a:pt x="12112" y="5829"/>
                  </a:lnTo>
                  <a:lnTo>
                    <a:pt x="11815" y="5591"/>
                  </a:lnTo>
                  <a:lnTo>
                    <a:pt x="11676" y="5492"/>
                  </a:lnTo>
                  <a:lnTo>
                    <a:pt x="11518" y="5393"/>
                  </a:lnTo>
                  <a:lnTo>
                    <a:pt x="11181" y="5234"/>
                  </a:lnTo>
                  <a:lnTo>
                    <a:pt x="11121" y="5195"/>
                  </a:lnTo>
                  <a:lnTo>
                    <a:pt x="11101" y="5175"/>
                  </a:lnTo>
                  <a:lnTo>
                    <a:pt x="10982" y="5096"/>
                  </a:lnTo>
                  <a:lnTo>
                    <a:pt x="10863" y="4977"/>
                  </a:lnTo>
                  <a:lnTo>
                    <a:pt x="10784" y="4838"/>
                  </a:lnTo>
                  <a:lnTo>
                    <a:pt x="10705" y="4699"/>
                  </a:lnTo>
                  <a:lnTo>
                    <a:pt x="10546" y="4422"/>
                  </a:lnTo>
                  <a:lnTo>
                    <a:pt x="10447" y="4283"/>
                  </a:lnTo>
                  <a:lnTo>
                    <a:pt x="10328" y="4184"/>
                  </a:lnTo>
                  <a:close/>
                  <a:moveTo>
                    <a:pt x="15641" y="4659"/>
                  </a:moveTo>
                  <a:lnTo>
                    <a:pt x="15760" y="4778"/>
                  </a:lnTo>
                  <a:lnTo>
                    <a:pt x="15859" y="4917"/>
                  </a:lnTo>
                  <a:lnTo>
                    <a:pt x="15938" y="5076"/>
                  </a:lnTo>
                  <a:lnTo>
                    <a:pt x="16017" y="5234"/>
                  </a:lnTo>
                  <a:lnTo>
                    <a:pt x="16136" y="5571"/>
                  </a:lnTo>
                  <a:lnTo>
                    <a:pt x="16235" y="5908"/>
                  </a:lnTo>
                  <a:lnTo>
                    <a:pt x="16354" y="6245"/>
                  </a:lnTo>
                  <a:lnTo>
                    <a:pt x="16493" y="6602"/>
                  </a:lnTo>
                  <a:lnTo>
                    <a:pt x="16553" y="6780"/>
                  </a:lnTo>
                  <a:lnTo>
                    <a:pt x="16612" y="6959"/>
                  </a:lnTo>
                  <a:lnTo>
                    <a:pt x="16632" y="7137"/>
                  </a:lnTo>
                  <a:lnTo>
                    <a:pt x="16652" y="7316"/>
                  </a:lnTo>
                  <a:lnTo>
                    <a:pt x="16414" y="7276"/>
                  </a:lnTo>
                  <a:lnTo>
                    <a:pt x="16394" y="7256"/>
                  </a:lnTo>
                  <a:lnTo>
                    <a:pt x="16037" y="7078"/>
                  </a:lnTo>
                  <a:lnTo>
                    <a:pt x="15680" y="6919"/>
                  </a:lnTo>
                  <a:lnTo>
                    <a:pt x="14967" y="6622"/>
                  </a:lnTo>
                  <a:lnTo>
                    <a:pt x="14947" y="6305"/>
                  </a:lnTo>
                  <a:lnTo>
                    <a:pt x="14967" y="6146"/>
                  </a:lnTo>
                  <a:lnTo>
                    <a:pt x="14987" y="5988"/>
                  </a:lnTo>
                  <a:lnTo>
                    <a:pt x="15026" y="5849"/>
                  </a:lnTo>
                  <a:lnTo>
                    <a:pt x="15066" y="5690"/>
                  </a:lnTo>
                  <a:lnTo>
                    <a:pt x="15205" y="5393"/>
                  </a:lnTo>
                  <a:lnTo>
                    <a:pt x="15423" y="5036"/>
                  </a:lnTo>
                  <a:lnTo>
                    <a:pt x="15522" y="4858"/>
                  </a:lnTo>
                  <a:lnTo>
                    <a:pt x="15641" y="4659"/>
                  </a:lnTo>
                  <a:close/>
                  <a:moveTo>
                    <a:pt x="12191" y="6265"/>
                  </a:moveTo>
                  <a:lnTo>
                    <a:pt x="12608" y="6285"/>
                  </a:lnTo>
                  <a:lnTo>
                    <a:pt x="13004" y="6325"/>
                  </a:lnTo>
                  <a:lnTo>
                    <a:pt x="13222" y="6364"/>
                  </a:lnTo>
                  <a:lnTo>
                    <a:pt x="13421" y="6404"/>
                  </a:lnTo>
                  <a:lnTo>
                    <a:pt x="13599" y="6483"/>
                  </a:lnTo>
                  <a:lnTo>
                    <a:pt x="13797" y="6562"/>
                  </a:lnTo>
                  <a:lnTo>
                    <a:pt x="13976" y="6642"/>
                  </a:lnTo>
                  <a:lnTo>
                    <a:pt x="14154" y="6741"/>
                  </a:lnTo>
                  <a:lnTo>
                    <a:pt x="14313" y="6860"/>
                  </a:lnTo>
                  <a:lnTo>
                    <a:pt x="14471" y="6999"/>
                  </a:lnTo>
                  <a:lnTo>
                    <a:pt x="14630" y="7137"/>
                  </a:lnTo>
                  <a:lnTo>
                    <a:pt x="14768" y="7316"/>
                  </a:lnTo>
                  <a:lnTo>
                    <a:pt x="14689" y="7336"/>
                  </a:lnTo>
                  <a:lnTo>
                    <a:pt x="14669" y="7316"/>
                  </a:lnTo>
                  <a:lnTo>
                    <a:pt x="14412" y="7256"/>
                  </a:lnTo>
                  <a:lnTo>
                    <a:pt x="14114" y="7217"/>
                  </a:lnTo>
                  <a:lnTo>
                    <a:pt x="13837" y="7177"/>
                  </a:lnTo>
                  <a:lnTo>
                    <a:pt x="13539" y="7177"/>
                  </a:lnTo>
                  <a:lnTo>
                    <a:pt x="12965" y="7157"/>
                  </a:lnTo>
                  <a:lnTo>
                    <a:pt x="12410" y="7177"/>
                  </a:lnTo>
                  <a:lnTo>
                    <a:pt x="11716" y="7217"/>
                  </a:lnTo>
                  <a:lnTo>
                    <a:pt x="10784" y="7217"/>
                  </a:lnTo>
                  <a:lnTo>
                    <a:pt x="10546" y="7256"/>
                  </a:lnTo>
                  <a:lnTo>
                    <a:pt x="10328" y="7276"/>
                  </a:lnTo>
                  <a:lnTo>
                    <a:pt x="10209" y="7256"/>
                  </a:lnTo>
                  <a:lnTo>
                    <a:pt x="10110" y="7236"/>
                  </a:lnTo>
                  <a:lnTo>
                    <a:pt x="10070" y="7236"/>
                  </a:lnTo>
                  <a:lnTo>
                    <a:pt x="10051" y="7256"/>
                  </a:lnTo>
                  <a:lnTo>
                    <a:pt x="10051" y="7296"/>
                  </a:lnTo>
                  <a:lnTo>
                    <a:pt x="10070" y="7336"/>
                  </a:lnTo>
                  <a:lnTo>
                    <a:pt x="10189" y="7375"/>
                  </a:lnTo>
                  <a:lnTo>
                    <a:pt x="10546" y="7375"/>
                  </a:lnTo>
                  <a:lnTo>
                    <a:pt x="10883" y="7355"/>
                  </a:lnTo>
                  <a:lnTo>
                    <a:pt x="11240" y="7375"/>
                  </a:lnTo>
                  <a:lnTo>
                    <a:pt x="11934" y="7375"/>
                  </a:lnTo>
                  <a:lnTo>
                    <a:pt x="12647" y="7355"/>
                  </a:lnTo>
                  <a:lnTo>
                    <a:pt x="13024" y="7336"/>
                  </a:lnTo>
                  <a:lnTo>
                    <a:pt x="13381" y="7336"/>
                  </a:lnTo>
                  <a:lnTo>
                    <a:pt x="13956" y="7395"/>
                  </a:lnTo>
                  <a:lnTo>
                    <a:pt x="14253" y="7415"/>
                  </a:lnTo>
                  <a:lnTo>
                    <a:pt x="14531" y="7395"/>
                  </a:lnTo>
                  <a:lnTo>
                    <a:pt x="14531" y="7395"/>
                  </a:lnTo>
                  <a:lnTo>
                    <a:pt x="14352" y="7514"/>
                  </a:lnTo>
                  <a:lnTo>
                    <a:pt x="14213" y="7653"/>
                  </a:lnTo>
                  <a:lnTo>
                    <a:pt x="13876" y="7712"/>
                  </a:lnTo>
                  <a:lnTo>
                    <a:pt x="13539" y="7791"/>
                  </a:lnTo>
                  <a:lnTo>
                    <a:pt x="12865" y="7950"/>
                  </a:lnTo>
                  <a:lnTo>
                    <a:pt x="12846" y="7930"/>
                  </a:lnTo>
                  <a:lnTo>
                    <a:pt x="12687" y="7910"/>
                  </a:lnTo>
                  <a:lnTo>
                    <a:pt x="12528" y="7891"/>
                  </a:lnTo>
                  <a:lnTo>
                    <a:pt x="12211" y="7910"/>
                  </a:lnTo>
                  <a:lnTo>
                    <a:pt x="12033" y="7891"/>
                  </a:lnTo>
                  <a:lnTo>
                    <a:pt x="11874" y="7871"/>
                  </a:lnTo>
                  <a:lnTo>
                    <a:pt x="11736" y="7811"/>
                  </a:lnTo>
                  <a:lnTo>
                    <a:pt x="11577" y="7732"/>
                  </a:lnTo>
                  <a:lnTo>
                    <a:pt x="11557" y="7732"/>
                  </a:lnTo>
                  <a:lnTo>
                    <a:pt x="11518" y="7752"/>
                  </a:lnTo>
                  <a:lnTo>
                    <a:pt x="11518" y="7772"/>
                  </a:lnTo>
                  <a:lnTo>
                    <a:pt x="11537" y="7811"/>
                  </a:lnTo>
                  <a:lnTo>
                    <a:pt x="11676" y="7891"/>
                  </a:lnTo>
                  <a:lnTo>
                    <a:pt x="11835" y="7970"/>
                  </a:lnTo>
                  <a:lnTo>
                    <a:pt x="12013" y="7990"/>
                  </a:lnTo>
                  <a:lnTo>
                    <a:pt x="12172" y="8029"/>
                  </a:lnTo>
                  <a:lnTo>
                    <a:pt x="12509" y="8029"/>
                  </a:lnTo>
                  <a:lnTo>
                    <a:pt x="12132" y="8109"/>
                  </a:lnTo>
                  <a:lnTo>
                    <a:pt x="11736" y="8168"/>
                  </a:lnTo>
                  <a:lnTo>
                    <a:pt x="11577" y="8188"/>
                  </a:lnTo>
                  <a:lnTo>
                    <a:pt x="11418" y="8168"/>
                  </a:lnTo>
                  <a:lnTo>
                    <a:pt x="11260" y="8148"/>
                  </a:lnTo>
                  <a:lnTo>
                    <a:pt x="11101" y="8128"/>
                  </a:lnTo>
                  <a:lnTo>
                    <a:pt x="10784" y="8029"/>
                  </a:lnTo>
                  <a:lnTo>
                    <a:pt x="10487" y="7910"/>
                  </a:lnTo>
                  <a:lnTo>
                    <a:pt x="9892" y="7633"/>
                  </a:lnTo>
                  <a:lnTo>
                    <a:pt x="9595" y="7494"/>
                  </a:lnTo>
                  <a:lnTo>
                    <a:pt x="9297" y="7375"/>
                  </a:lnTo>
                  <a:lnTo>
                    <a:pt x="9377" y="7276"/>
                  </a:lnTo>
                  <a:lnTo>
                    <a:pt x="9476" y="7177"/>
                  </a:lnTo>
                  <a:lnTo>
                    <a:pt x="9733" y="7018"/>
                  </a:lnTo>
                  <a:lnTo>
                    <a:pt x="10209" y="6761"/>
                  </a:lnTo>
                  <a:lnTo>
                    <a:pt x="10407" y="6662"/>
                  </a:lnTo>
                  <a:lnTo>
                    <a:pt x="10586" y="6582"/>
                  </a:lnTo>
                  <a:lnTo>
                    <a:pt x="10962" y="6463"/>
                  </a:lnTo>
                  <a:lnTo>
                    <a:pt x="11359" y="6384"/>
                  </a:lnTo>
                  <a:lnTo>
                    <a:pt x="11755" y="6305"/>
                  </a:lnTo>
                  <a:lnTo>
                    <a:pt x="12191" y="6265"/>
                  </a:lnTo>
                  <a:close/>
                  <a:moveTo>
                    <a:pt x="7414" y="7058"/>
                  </a:moveTo>
                  <a:lnTo>
                    <a:pt x="7652" y="7117"/>
                  </a:lnTo>
                  <a:lnTo>
                    <a:pt x="7870" y="7157"/>
                  </a:lnTo>
                  <a:lnTo>
                    <a:pt x="8207" y="7197"/>
                  </a:lnTo>
                  <a:lnTo>
                    <a:pt x="8584" y="7217"/>
                  </a:lnTo>
                  <a:lnTo>
                    <a:pt x="8782" y="7217"/>
                  </a:lnTo>
                  <a:lnTo>
                    <a:pt x="8960" y="7197"/>
                  </a:lnTo>
                  <a:lnTo>
                    <a:pt x="9159" y="7177"/>
                  </a:lnTo>
                  <a:lnTo>
                    <a:pt x="9337" y="7137"/>
                  </a:lnTo>
                  <a:lnTo>
                    <a:pt x="9258" y="7217"/>
                  </a:lnTo>
                  <a:lnTo>
                    <a:pt x="9198" y="7336"/>
                  </a:lnTo>
                  <a:lnTo>
                    <a:pt x="9159" y="7336"/>
                  </a:lnTo>
                  <a:lnTo>
                    <a:pt x="9139" y="7355"/>
                  </a:lnTo>
                  <a:lnTo>
                    <a:pt x="9139" y="7395"/>
                  </a:lnTo>
                  <a:lnTo>
                    <a:pt x="9159" y="7415"/>
                  </a:lnTo>
                  <a:lnTo>
                    <a:pt x="9159" y="7454"/>
                  </a:lnTo>
                  <a:lnTo>
                    <a:pt x="9178" y="7474"/>
                  </a:lnTo>
                  <a:lnTo>
                    <a:pt x="9218" y="7454"/>
                  </a:lnTo>
                  <a:lnTo>
                    <a:pt x="9238" y="7454"/>
                  </a:lnTo>
                  <a:lnTo>
                    <a:pt x="9753" y="7692"/>
                  </a:lnTo>
                  <a:lnTo>
                    <a:pt x="9714" y="7811"/>
                  </a:lnTo>
                  <a:lnTo>
                    <a:pt x="9674" y="7930"/>
                  </a:lnTo>
                  <a:lnTo>
                    <a:pt x="9654" y="8049"/>
                  </a:lnTo>
                  <a:lnTo>
                    <a:pt x="9634" y="8168"/>
                  </a:lnTo>
                  <a:lnTo>
                    <a:pt x="9654" y="8267"/>
                  </a:lnTo>
                  <a:lnTo>
                    <a:pt x="9674" y="8386"/>
                  </a:lnTo>
                  <a:lnTo>
                    <a:pt x="9753" y="8604"/>
                  </a:lnTo>
                  <a:lnTo>
                    <a:pt x="9872" y="8802"/>
                  </a:lnTo>
                  <a:lnTo>
                    <a:pt x="10011" y="8981"/>
                  </a:lnTo>
                  <a:lnTo>
                    <a:pt x="10189" y="9159"/>
                  </a:lnTo>
                  <a:lnTo>
                    <a:pt x="10368" y="9298"/>
                  </a:lnTo>
                  <a:lnTo>
                    <a:pt x="10407" y="9318"/>
                  </a:lnTo>
                  <a:lnTo>
                    <a:pt x="10170" y="9318"/>
                  </a:lnTo>
                  <a:lnTo>
                    <a:pt x="9932" y="9258"/>
                  </a:lnTo>
                  <a:lnTo>
                    <a:pt x="9694" y="9179"/>
                  </a:lnTo>
                  <a:lnTo>
                    <a:pt x="9476" y="9080"/>
                  </a:lnTo>
                  <a:lnTo>
                    <a:pt x="9258" y="8941"/>
                  </a:lnTo>
                  <a:lnTo>
                    <a:pt x="9040" y="8822"/>
                  </a:lnTo>
                  <a:lnTo>
                    <a:pt x="8643" y="8545"/>
                  </a:lnTo>
                  <a:lnTo>
                    <a:pt x="8425" y="8406"/>
                  </a:lnTo>
                  <a:lnTo>
                    <a:pt x="8227" y="8267"/>
                  </a:lnTo>
                  <a:lnTo>
                    <a:pt x="8048" y="8089"/>
                  </a:lnTo>
                  <a:lnTo>
                    <a:pt x="7870" y="7930"/>
                  </a:lnTo>
                  <a:lnTo>
                    <a:pt x="7711" y="7732"/>
                  </a:lnTo>
                  <a:lnTo>
                    <a:pt x="7573" y="7514"/>
                  </a:lnTo>
                  <a:lnTo>
                    <a:pt x="7474" y="7296"/>
                  </a:lnTo>
                  <a:lnTo>
                    <a:pt x="7414" y="7058"/>
                  </a:lnTo>
                  <a:close/>
                  <a:moveTo>
                    <a:pt x="15839" y="7375"/>
                  </a:moveTo>
                  <a:lnTo>
                    <a:pt x="16275" y="7435"/>
                  </a:lnTo>
                  <a:lnTo>
                    <a:pt x="16691" y="7514"/>
                  </a:lnTo>
                  <a:lnTo>
                    <a:pt x="16929" y="7573"/>
                  </a:lnTo>
                  <a:lnTo>
                    <a:pt x="17147" y="7653"/>
                  </a:lnTo>
                  <a:lnTo>
                    <a:pt x="17345" y="7732"/>
                  </a:lnTo>
                  <a:lnTo>
                    <a:pt x="17564" y="7831"/>
                  </a:lnTo>
                  <a:lnTo>
                    <a:pt x="17960" y="8069"/>
                  </a:lnTo>
                  <a:lnTo>
                    <a:pt x="18337" y="8327"/>
                  </a:lnTo>
                  <a:lnTo>
                    <a:pt x="19090" y="8882"/>
                  </a:lnTo>
                  <a:lnTo>
                    <a:pt x="19467" y="9159"/>
                  </a:lnTo>
                  <a:lnTo>
                    <a:pt x="19863" y="9397"/>
                  </a:lnTo>
                  <a:lnTo>
                    <a:pt x="19863" y="9397"/>
                  </a:lnTo>
                  <a:lnTo>
                    <a:pt x="19704" y="9357"/>
                  </a:lnTo>
                  <a:lnTo>
                    <a:pt x="19268" y="9239"/>
                  </a:lnTo>
                  <a:lnTo>
                    <a:pt x="19050" y="9199"/>
                  </a:lnTo>
                  <a:lnTo>
                    <a:pt x="18812" y="9199"/>
                  </a:lnTo>
                  <a:lnTo>
                    <a:pt x="18575" y="9219"/>
                  </a:lnTo>
                  <a:lnTo>
                    <a:pt x="18317" y="9278"/>
                  </a:lnTo>
                  <a:lnTo>
                    <a:pt x="17841" y="9417"/>
                  </a:lnTo>
                  <a:lnTo>
                    <a:pt x="17722" y="9437"/>
                  </a:lnTo>
                  <a:lnTo>
                    <a:pt x="17702" y="9417"/>
                  </a:lnTo>
                  <a:lnTo>
                    <a:pt x="17583" y="9357"/>
                  </a:lnTo>
                  <a:lnTo>
                    <a:pt x="17445" y="9298"/>
                  </a:lnTo>
                  <a:lnTo>
                    <a:pt x="17167" y="9199"/>
                  </a:lnTo>
                  <a:lnTo>
                    <a:pt x="17127" y="9219"/>
                  </a:lnTo>
                  <a:lnTo>
                    <a:pt x="17108" y="9239"/>
                  </a:lnTo>
                  <a:lnTo>
                    <a:pt x="17108" y="9258"/>
                  </a:lnTo>
                  <a:lnTo>
                    <a:pt x="17147" y="9298"/>
                  </a:lnTo>
                  <a:lnTo>
                    <a:pt x="17385" y="9377"/>
                  </a:lnTo>
                  <a:lnTo>
                    <a:pt x="17623" y="9457"/>
                  </a:lnTo>
                  <a:lnTo>
                    <a:pt x="17445" y="9476"/>
                  </a:lnTo>
                  <a:lnTo>
                    <a:pt x="17246" y="9496"/>
                  </a:lnTo>
                  <a:lnTo>
                    <a:pt x="17068" y="9476"/>
                  </a:lnTo>
                  <a:lnTo>
                    <a:pt x="16870" y="9457"/>
                  </a:lnTo>
                  <a:lnTo>
                    <a:pt x="16870" y="9437"/>
                  </a:lnTo>
                  <a:lnTo>
                    <a:pt x="16691" y="9338"/>
                  </a:lnTo>
                  <a:lnTo>
                    <a:pt x="16513" y="9258"/>
                  </a:lnTo>
                  <a:lnTo>
                    <a:pt x="16136" y="9100"/>
                  </a:lnTo>
                  <a:lnTo>
                    <a:pt x="16097" y="9120"/>
                  </a:lnTo>
                  <a:lnTo>
                    <a:pt x="16077" y="9139"/>
                  </a:lnTo>
                  <a:lnTo>
                    <a:pt x="16077" y="9159"/>
                  </a:lnTo>
                  <a:lnTo>
                    <a:pt x="16097" y="9199"/>
                  </a:lnTo>
                  <a:lnTo>
                    <a:pt x="16335" y="9298"/>
                  </a:lnTo>
                  <a:lnTo>
                    <a:pt x="16572" y="9417"/>
                  </a:lnTo>
                  <a:lnTo>
                    <a:pt x="16553" y="9417"/>
                  </a:lnTo>
                  <a:lnTo>
                    <a:pt x="16196" y="9377"/>
                  </a:lnTo>
                  <a:lnTo>
                    <a:pt x="15799" y="9159"/>
                  </a:lnTo>
                  <a:lnTo>
                    <a:pt x="15403" y="8961"/>
                  </a:lnTo>
                  <a:lnTo>
                    <a:pt x="15383" y="8961"/>
                  </a:lnTo>
                  <a:lnTo>
                    <a:pt x="15363" y="8981"/>
                  </a:lnTo>
                  <a:lnTo>
                    <a:pt x="15363" y="9020"/>
                  </a:lnTo>
                  <a:lnTo>
                    <a:pt x="15383" y="9040"/>
                  </a:lnTo>
                  <a:lnTo>
                    <a:pt x="15661" y="9199"/>
                  </a:lnTo>
                  <a:lnTo>
                    <a:pt x="15958" y="9357"/>
                  </a:lnTo>
                  <a:lnTo>
                    <a:pt x="15601" y="9338"/>
                  </a:lnTo>
                  <a:lnTo>
                    <a:pt x="15442" y="9318"/>
                  </a:lnTo>
                  <a:lnTo>
                    <a:pt x="15284" y="9278"/>
                  </a:lnTo>
                  <a:lnTo>
                    <a:pt x="15125" y="9239"/>
                  </a:lnTo>
                  <a:lnTo>
                    <a:pt x="14967" y="9179"/>
                  </a:lnTo>
                  <a:lnTo>
                    <a:pt x="14768" y="9080"/>
                  </a:lnTo>
                  <a:lnTo>
                    <a:pt x="14590" y="8961"/>
                  </a:lnTo>
                  <a:lnTo>
                    <a:pt x="14392" y="8842"/>
                  </a:lnTo>
                  <a:lnTo>
                    <a:pt x="14233" y="8703"/>
                  </a:lnTo>
                  <a:lnTo>
                    <a:pt x="14114" y="8565"/>
                  </a:lnTo>
                  <a:lnTo>
                    <a:pt x="14015" y="8406"/>
                  </a:lnTo>
                  <a:lnTo>
                    <a:pt x="14035" y="8386"/>
                  </a:lnTo>
                  <a:lnTo>
                    <a:pt x="14015" y="8346"/>
                  </a:lnTo>
                  <a:lnTo>
                    <a:pt x="14015" y="8327"/>
                  </a:lnTo>
                  <a:lnTo>
                    <a:pt x="14035" y="8267"/>
                  </a:lnTo>
                  <a:lnTo>
                    <a:pt x="14114" y="8089"/>
                  </a:lnTo>
                  <a:lnTo>
                    <a:pt x="14293" y="7811"/>
                  </a:lnTo>
                  <a:lnTo>
                    <a:pt x="14352" y="7732"/>
                  </a:lnTo>
                  <a:lnTo>
                    <a:pt x="14412" y="7673"/>
                  </a:lnTo>
                  <a:lnTo>
                    <a:pt x="14511" y="7613"/>
                  </a:lnTo>
                  <a:lnTo>
                    <a:pt x="14590" y="7573"/>
                  </a:lnTo>
                  <a:lnTo>
                    <a:pt x="14788" y="7494"/>
                  </a:lnTo>
                  <a:lnTo>
                    <a:pt x="14967" y="7435"/>
                  </a:lnTo>
                  <a:lnTo>
                    <a:pt x="15185" y="7395"/>
                  </a:lnTo>
                  <a:lnTo>
                    <a:pt x="15403" y="7375"/>
                  </a:lnTo>
                  <a:close/>
                  <a:moveTo>
                    <a:pt x="9833" y="7732"/>
                  </a:moveTo>
                  <a:lnTo>
                    <a:pt x="10249" y="7950"/>
                  </a:lnTo>
                  <a:lnTo>
                    <a:pt x="10685" y="8148"/>
                  </a:lnTo>
                  <a:lnTo>
                    <a:pt x="10903" y="8228"/>
                  </a:lnTo>
                  <a:lnTo>
                    <a:pt x="11141" y="8287"/>
                  </a:lnTo>
                  <a:lnTo>
                    <a:pt x="11359" y="8327"/>
                  </a:lnTo>
                  <a:lnTo>
                    <a:pt x="11617" y="8346"/>
                  </a:lnTo>
                  <a:lnTo>
                    <a:pt x="11914" y="8327"/>
                  </a:lnTo>
                  <a:lnTo>
                    <a:pt x="12231" y="8307"/>
                  </a:lnTo>
                  <a:lnTo>
                    <a:pt x="12528" y="8247"/>
                  </a:lnTo>
                  <a:lnTo>
                    <a:pt x="12846" y="8188"/>
                  </a:lnTo>
                  <a:lnTo>
                    <a:pt x="13480" y="8010"/>
                  </a:lnTo>
                  <a:lnTo>
                    <a:pt x="14075" y="7851"/>
                  </a:lnTo>
                  <a:lnTo>
                    <a:pt x="13976" y="8049"/>
                  </a:lnTo>
                  <a:lnTo>
                    <a:pt x="13936" y="8049"/>
                  </a:lnTo>
                  <a:lnTo>
                    <a:pt x="13896" y="8069"/>
                  </a:lnTo>
                  <a:lnTo>
                    <a:pt x="13480" y="8366"/>
                  </a:lnTo>
                  <a:lnTo>
                    <a:pt x="13044" y="8664"/>
                  </a:lnTo>
                  <a:lnTo>
                    <a:pt x="12826" y="8783"/>
                  </a:lnTo>
                  <a:lnTo>
                    <a:pt x="12707" y="8842"/>
                  </a:lnTo>
                  <a:lnTo>
                    <a:pt x="12588" y="8902"/>
                  </a:lnTo>
                  <a:lnTo>
                    <a:pt x="12410" y="8961"/>
                  </a:lnTo>
                  <a:lnTo>
                    <a:pt x="12330" y="9020"/>
                  </a:lnTo>
                  <a:lnTo>
                    <a:pt x="12251" y="9080"/>
                  </a:lnTo>
                  <a:lnTo>
                    <a:pt x="12191" y="9139"/>
                  </a:lnTo>
                  <a:lnTo>
                    <a:pt x="12172" y="9179"/>
                  </a:lnTo>
                  <a:lnTo>
                    <a:pt x="12172" y="9239"/>
                  </a:lnTo>
                  <a:lnTo>
                    <a:pt x="12191" y="9278"/>
                  </a:lnTo>
                  <a:lnTo>
                    <a:pt x="12211" y="9338"/>
                  </a:lnTo>
                  <a:lnTo>
                    <a:pt x="12251" y="9377"/>
                  </a:lnTo>
                  <a:lnTo>
                    <a:pt x="12370" y="9457"/>
                  </a:lnTo>
                  <a:lnTo>
                    <a:pt x="12528" y="9516"/>
                  </a:lnTo>
                  <a:lnTo>
                    <a:pt x="12687" y="9556"/>
                  </a:lnTo>
                  <a:lnTo>
                    <a:pt x="12945" y="9635"/>
                  </a:lnTo>
                  <a:lnTo>
                    <a:pt x="12647" y="9694"/>
                  </a:lnTo>
                  <a:lnTo>
                    <a:pt x="12350" y="9774"/>
                  </a:lnTo>
                  <a:lnTo>
                    <a:pt x="11914" y="9714"/>
                  </a:lnTo>
                  <a:lnTo>
                    <a:pt x="11696" y="9675"/>
                  </a:lnTo>
                  <a:lnTo>
                    <a:pt x="11458" y="9615"/>
                  </a:lnTo>
                  <a:lnTo>
                    <a:pt x="11240" y="9536"/>
                  </a:lnTo>
                  <a:lnTo>
                    <a:pt x="11002" y="9457"/>
                  </a:lnTo>
                  <a:lnTo>
                    <a:pt x="10784" y="9357"/>
                  </a:lnTo>
                  <a:lnTo>
                    <a:pt x="10586" y="9239"/>
                  </a:lnTo>
                  <a:lnTo>
                    <a:pt x="10388" y="9100"/>
                  </a:lnTo>
                  <a:lnTo>
                    <a:pt x="10209" y="8961"/>
                  </a:lnTo>
                  <a:lnTo>
                    <a:pt x="10070" y="8802"/>
                  </a:lnTo>
                  <a:lnTo>
                    <a:pt x="9951" y="8624"/>
                  </a:lnTo>
                  <a:lnTo>
                    <a:pt x="9872" y="8426"/>
                  </a:lnTo>
                  <a:lnTo>
                    <a:pt x="9813" y="8208"/>
                  </a:lnTo>
                  <a:lnTo>
                    <a:pt x="9813" y="7990"/>
                  </a:lnTo>
                  <a:lnTo>
                    <a:pt x="9833" y="7732"/>
                  </a:lnTo>
                  <a:close/>
                  <a:moveTo>
                    <a:pt x="13857" y="8307"/>
                  </a:moveTo>
                  <a:lnTo>
                    <a:pt x="13876" y="8446"/>
                  </a:lnTo>
                  <a:lnTo>
                    <a:pt x="13936" y="8565"/>
                  </a:lnTo>
                  <a:lnTo>
                    <a:pt x="13995" y="8683"/>
                  </a:lnTo>
                  <a:lnTo>
                    <a:pt x="14095" y="8783"/>
                  </a:lnTo>
                  <a:lnTo>
                    <a:pt x="14213" y="8862"/>
                  </a:lnTo>
                  <a:lnTo>
                    <a:pt x="14332" y="8961"/>
                  </a:lnTo>
                  <a:lnTo>
                    <a:pt x="14550" y="9100"/>
                  </a:lnTo>
                  <a:lnTo>
                    <a:pt x="14887" y="9278"/>
                  </a:lnTo>
                  <a:lnTo>
                    <a:pt x="15224" y="9437"/>
                  </a:lnTo>
                  <a:lnTo>
                    <a:pt x="15363" y="9476"/>
                  </a:lnTo>
                  <a:lnTo>
                    <a:pt x="15502" y="9496"/>
                  </a:lnTo>
                  <a:lnTo>
                    <a:pt x="15760" y="9476"/>
                  </a:lnTo>
                  <a:lnTo>
                    <a:pt x="15958" y="9496"/>
                  </a:lnTo>
                  <a:lnTo>
                    <a:pt x="16156" y="9516"/>
                  </a:lnTo>
                  <a:lnTo>
                    <a:pt x="16533" y="9576"/>
                  </a:lnTo>
                  <a:lnTo>
                    <a:pt x="16632" y="9595"/>
                  </a:lnTo>
                  <a:lnTo>
                    <a:pt x="16790" y="9734"/>
                  </a:lnTo>
                  <a:lnTo>
                    <a:pt x="16969" y="9853"/>
                  </a:lnTo>
                  <a:lnTo>
                    <a:pt x="16513" y="9873"/>
                  </a:lnTo>
                  <a:lnTo>
                    <a:pt x="16493" y="9853"/>
                  </a:lnTo>
                  <a:lnTo>
                    <a:pt x="16473" y="9833"/>
                  </a:lnTo>
                  <a:lnTo>
                    <a:pt x="16453" y="9833"/>
                  </a:lnTo>
                  <a:lnTo>
                    <a:pt x="16414" y="9873"/>
                  </a:lnTo>
                  <a:lnTo>
                    <a:pt x="16116" y="9893"/>
                  </a:lnTo>
                  <a:lnTo>
                    <a:pt x="15819" y="9873"/>
                  </a:lnTo>
                  <a:lnTo>
                    <a:pt x="15423" y="9734"/>
                  </a:lnTo>
                  <a:lnTo>
                    <a:pt x="15006" y="9595"/>
                  </a:lnTo>
                  <a:lnTo>
                    <a:pt x="14987" y="9595"/>
                  </a:lnTo>
                  <a:lnTo>
                    <a:pt x="14967" y="9615"/>
                  </a:lnTo>
                  <a:lnTo>
                    <a:pt x="14967" y="9655"/>
                  </a:lnTo>
                  <a:lnTo>
                    <a:pt x="14987" y="9675"/>
                  </a:lnTo>
                  <a:lnTo>
                    <a:pt x="15423" y="9833"/>
                  </a:lnTo>
                  <a:lnTo>
                    <a:pt x="14987" y="9754"/>
                  </a:lnTo>
                  <a:lnTo>
                    <a:pt x="14967" y="9734"/>
                  </a:lnTo>
                  <a:lnTo>
                    <a:pt x="14650" y="9576"/>
                  </a:lnTo>
                  <a:lnTo>
                    <a:pt x="14293" y="9457"/>
                  </a:lnTo>
                  <a:lnTo>
                    <a:pt x="13976" y="9318"/>
                  </a:lnTo>
                  <a:lnTo>
                    <a:pt x="13797" y="9239"/>
                  </a:lnTo>
                  <a:lnTo>
                    <a:pt x="13639" y="9139"/>
                  </a:lnTo>
                  <a:lnTo>
                    <a:pt x="13619" y="9139"/>
                  </a:lnTo>
                  <a:lnTo>
                    <a:pt x="13579" y="9159"/>
                  </a:lnTo>
                  <a:lnTo>
                    <a:pt x="13579" y="9179"/>
                  </a:lnTo>
                  <a:lnTo>
                    <a:pt x="13599" y="9219"/>
                  </a:lnTo>
                  <a:lnTo>
                    <a:pt x="13777" y="9338"/>
                  </a:lnTo>
                  <a:lnTo>
                    <a:pt x="13976" y="9437"/>
                  </a:lnTo>
                  <a:lnTo>
                    <a:pt x="14194" y="9536"/>
                  </a:lnTo>
                  <a:lnTo>
                    <a:pt x="14392" y="9635"/>
                  </a:lnTo>
                  <a:lnTo>
                    <a:pt x="14154" y="9595"/>
                  </a:lnTo>
                  <a:lnTo>
                    <a:pt x="13896" y="9576"/>
                  </a:lnTo>
                  <a:lnTo>
                    <a:pt x="13718" y="9516"/>
                  </a:lnTo>
                  <a:lnTo>
                    <a:pt x="13520" y="9457"/>
                  </a:lnTo>
                  <a:lnTo>
                    <a:pt x="13222" y="9318"/>
                  </a:lnTo>
                  <a:lnTo>
                    <a:pt x="13084" y="9219"/>
                  </a:lnTo>
                  <a:lnTo>
                    <a:pt x="12945" y="9120"/>
                  </a:lnTo>
                  <a:lnTo>
                    <a:pt x="12925" y="9100"/>
                  </a:lnTo>
                  <a:lnTo>
                    <a:pt x="12885" y="9120"/>
                  </a:lnTo>
                  <a:lnTo>
                    <a:pt x="12885" y="9159"/>
                  </a:lnTo>
                  <a:lnTo>
                    <a:pt x="12885" y="9199"/>
                  </a:lnTo>
                  <a:lnTo>
                    <a:pt x="13004" y="9318"/>
                  </a:lnTo>
                  <a:lnTo>
                    <a:pt x="13143" y="9417"/>
                  </a:lnTo>
                  <a:lnTo>
                    <a:pt x="13302" y="9516"/>
                  </a:lnTo>
                  <a:lnTo>
                    <a:pt x="13460" y="9576"/>
                  </a:lnTo>
                  <a:lnTo>
                    <a:pt x="13064" y="9615"/>
                  </a:lnTo>
                  <a:lnTo>
                    <a:pt x="13064" y="9595"/>
                  </a:lnTo>
                  <a:lnTo>
                    <a:pt x="13044" y="9595"/>
                  </a:lnTo>
                  <a:lnTo>
                    <a:pt x="12687" y="9437"/>
                  </a:lnTo>
                  <a:lnTo>
                    <a:pt x="12509" y="9357"/>
                  </a:lnTo>
                  <a:lnTo>
                    <a:pt x="12330" y="9258"/>
                  </a:lnTo>
                  <a:lnTo>
                    <a:pt x="12310" y="9258"/>
                  </a:lnTo>
                  <a:lnTo>
                    <a:pt x="12310" y="9239"/>
                  </a:lnTo>
                  <a:lnTo>
                    <a:pt x="12350" y="9199"/>
                  </a:lnTo>
                  <a:lnTo>
                    <a:pt x="12509" y="9120"/>
                  </a:lnTo>
                  <a:lnTo>
                    <a:pt x="12806" y="9001"/>
                  </a:lnTo>
                  <a:lnTo>
                    <a:pt x="13084" y="8862"/>
                  </a:lnTo>
                  <a:lnTo>
                    <a:pt x="13361" y="8703"/>
                  </a:lnTo>
                  <a:lnTo>
                    <a:pt x="13619" y="8505"/>
                  </a:lnTo>
                  <a:lnTo>
                    <a:pt x="13857" y="8307"/>
                  </a:lnTo>
                  <a:close/>
                  <a:moveTo>
                    <a:pt x="19566" y="6106"/>
                  </a:moveTo>
                  <a:lnTo>
                    <a:pt x="19903" y="6166"/>
                  </a:lnTo>
                  <a:lnTo>
                    <a:pt x="20240" y="6265"/>
                  </a:lnTo>
                  <a:lnTo>
                    <a:pt x="20557" y="6384"/>
                  </a:lnTo>
                  <a:lnTo>
                    <a:pt x="20854" y="6543"/>
                  </a:lnTo>
                  <a:lnTo>
                    <a:pt x="21132" y="6741"/>
                  </a:lnTo>
                  <a:lnTo>
                    <a:pt x="21389" y="6939"/>
                  </a:lnTo>
                  <a:lnTo>
                    <a:pt x="21607" y="7177"/>
                  </a:lnTo>
                  <a:lnTo>
                    <a:pt x="21826" y="7435"/>
                  </a:lnTo>
                  <a:lnTo>
                    <a:pt x="22004" y="7712"/>
                  </a:lnTo>
                  <a:lnTo>
                    <a:pt x="22163" y="7990"/>
                  </a:lnTo>
                  <a:lnTo>
                    <a:pt x="22301" y="8307"/>
                  </a:lnTo>
                  <a:lnTo>
                    <a:pt x="22400" y="8624"/>
                  </a:lnTo>
                  <a:lnTo>
                    <a:pt x="22460" y="8961"/>
                  </a:lnTo>
                  <a:lnTo>
                    <a:pt x="22499" y="9298"/>
                  </a:lnTo>
                  <a:lnTo>
                    <a:pt x="22519" y="9635"/>
                  </a:lnTo>
                  <a:lnTo>
                    <a:pt x="22499" y="9992"/>
                  </a:lnTo>
                  <a:lnTo>
                    <a:pt x="22281" y="9972"/>
                  </a:lnTo>
                  <a:lnTo>
                    <a:pt x="22242" y="9932"/>
                  </a:lnTo>
                  <a:lnTo>
                    <a:pt x="22202" y="9774"/>
                  </a:lnTo>
                  <a:lnTo>
                    <a:pt x="22143" y="9635"/>
                  </a:lnTo>
                  <a:lnTo>
                    <a:pt x="22024" y="9338"/>
                  </a:lnTo>
                  <a:lnTo>
                    <a:pt x="21865" y="9060"/>
                  </a:lnTo>
                  <a:lnTo>
                    <a:pt x="21687" y="8802"/>
                  </a:lnTo>
                  <a:lnTo>
                    <a:pt x="21568" y="8604"/>
                  </a:lnTo>
                  <a:lnTo>
                    <a:pt x="21409" y="8426"/>
                  </a:lnTo>
                  <a:lnTo>
                    <a:pt x="21072" y="8049"/>
                  </a:lnTo>
                  <a:lnTo>
                    <a:pt x="20715" y="7692"/>
                  </a:lnTo>
                  <a:lnTo>
                    <a:pt x="20359" y="7395"/>
                  </a:lnTo>
                  <a:lnTo>
                    <a:pt x="20299" y="7395"/>
                  </a:lnTo>
                  <a:lnTo>
                    <a:pt x="20279" y="7435"/>
                  </a:lnTo>
                  <a:lnTo>
                    <a:pt x="20299" y="7454"/>
                  </a:lnTo>
                  <a:lnTo>
                    <a:pt x="20537" y="7752"/>
                  </a:lnTo>
                  <a:lnTo>
                    <a:pt x="20795" y="8049"/>
                  </a:lnTo>
                  <a:lnTo>
                    <a:pt x="21310" y="8604"/>
                  </a:lnTo>
                  <a:lnTo>
                    <a:pt x="21548" y="8882"/>
                  </a:lnTo>
                  <a:lnTo>
                    <a:pt x="21766" y="9199"/>
                  </a:lnTo>
                  <a:lnTo>
                    <a:pt x="21964" y="9516"/>
                  </a:lnTo>
                  <a:lnTo>
                    <a:pt x="22143" y="9873"/>
                  </a:lnTo>
                  <a:lnTo>
                    <a:pt x="21925" y="9694"/>
                  </a:lnTo>
                  <a:lnTo>
                    <a:pt x="21726" y="9516"/>
                  </a:lnTo>
                  <a:lnTo>
                    <a:pt x="21350" y="9139"/>
                  </a:lnTo>
                  <a:lnTo>
                    <a:pt x="20993" y="8743"/>
                  </a:lnTo>
                  <a:lnTo>
                    <a:pt x="20795" y="8565"/>
                  </a:lnTo>
                  <a:lnTo>
                    <a:pt x="20577" y="8386"/>
                  </a:lnTo>
                  <a:lnTo>
                    <a:pt x="20458" y="8307"/>
                  </a:lnTo>
                  <a:lnTo>
                    <a:pt x="20339" y="8247"/>
                  </a:lnTo>
                  <a:lnTo>
                    <a:pt x="20200" y="8188"/>
                  </a:lnTo>
                  <a:lnTo>
                    <a:pt x="20081" y="8109"/>
                  </a:lnTo>
                  <a:lnTo>
                    <a:pt x="20002" y="8029"/>
                  </a:lnTo>
                  <a:lnTo>
                    <a:pt x="19942" y="7950"/>
                  </a:lnTo>
                  <a:lnTo>
                    <a:pt x="19903" y="7851"/>
                  </a:lnTo>
                  <a:lnTo>
                    <a:pt x="19863" y="7752"/>
                  </a:lnTo>
                  <a:lnTo>
                    <a:pt x="19804" y="7554"/>
                  </a:lnTo>
                  <a:lnTo>
                    <a:pt x="19764" y="7336"/>
                  </a:lnTo>
                  <a:lnTo>
                    <a:pt x="19645" y="6721"/>
                  </a:lnTo>
                  <a:lnTo>
                    <a:pt x="19566" y="6106"/>
                  </a:lnTo>
                  <a:close/>
                  <a:moveTo>
                    <a:pt x="4837" y="7692"/>
                  </a:moveTo>
                  <a:lnTo>
                    <a:pt x="5154" y="7712"/>
                  </a:lnTo>
                  <a:lnTo>
                    <a:pt x="5491" y="7772"/>
                  </a:lnTo>
                  <a:lnTo>
                    <a:pt x="5808" y="7851"/>
                  </a:lnTo>
                  <a:lnTo>
                    <a:pt x="6126" y="7970"/>
                  </a:lnTo>
                  <a:lnTo>
                    <a:pt x="6423" y="8148"/>
                  </a:lnTo>
                  <a:lnTo>
                    <a:pt x="6720" y="8346"/>
                  </a:lnTo>
                  <a:lnTo>
                    <a:pt x="6998" y="8584"/>
                  </a:lnTo>
                  <a:lnTo>
                    <a:pt x="7236" y="8842"/>
                  </a:lnTo>
                  <a:lnTo>
                    <a:pt x="7454" y="9120"/>
                  </a:lnTo>
                  <a:lnTo>
                    <a:pt x="7573" y="9298"/>
                  </a:lnTo>
                  <a:lnTo>
                    <a:pt x="7652" y="9457"/>
                  </a:lnTo>
                  <a:lnTo>
                    <a:pt x="7711" y="9635"/>
                  </a:lnTo>
                  <a:lnTo>
                    <a:pt x="7771" y="9813"/>
                  </a:lnTo>
                  <a:lnTo>
                    <a:pt x="7791" y="9952"/>
                  </a:lnTo>
                  <a:lnTo>
                    <a:pt x="7811" y="10071"/>
                  </a:lnTo>
                  <a:lnTo>
                    <a:pt x="7612" y="9972"/>
                  </a:lnTo>
                  <a:lnTo>
                    <a:pt x="7394" y="9913"/>
                  </a:lnTo>
                  <a:lnTo>
                    <a:pt x="7018" y="9853"/>
                  </a:lnTo>
                  <a:lnTo>
                    <a:pt x="6621" y="9813"/>
                  </a:lnTo>
                  <a:lnTo>
                    <a:pt x="6245" y="9774"/>
                  </a:lnTo>
                  <a:lnTo>
                    <a:pt x="6046" y="9754"/>
                  </a:lnTo>
                  <a:lnTo>
                    <a:pt x="5868" y="9694"/>
                  </a:lnTo>
                  <a:lnTo>
                    <a:pt x="5690" y="9655"/>
                  </a:lnTo>
                  <a:lnTo>
                    <a:pt x="5531" y="9576"/>
                  </a:lnTo>
                  <a:lnTo>
                    <a:pt x="5353" y="9496"/>
                  </a:lnTo>
                  <a:lnTo>
                    <a:pt x="5214" y="9397"/>
                  </a:lnTo>
                  <a:lnTo>
                    <a:pt x="4916" y="9179"/>
                  </a:lnTo>
                  <a:lnTo>
                    <a:pt x="4659" y="8941"/>
                  </a:lnTo>
                  <a:lnTo>
                    <a:pt x="4421" y="8664"/>
                  </a:lnTo>
                  <a:lnTo>
                    <a:pt x="4203" y="8366"/>
                  </a:lnTo>
                  <a:lnTo>
                    <a:pt x="4005" y="8049"/>
                  </a:lnTo>
                  <a:lnTo>
                    <a:pt x="3826" y="7752"/>
                  </a:lnTo>
                  <a:lnTo>
                    <a:pt x="4163" y="7712"/>
                  </a:lnTo>
                  <a:lnTo>
                    <a:pt x="4500" y="7692"/>
                  </a:lnTo>
                  <a:close/>
                  <a:moveTo>
                    <a:pt x="19050" y="9357"/>
                  </a:moveTo>
                  <a:lnTo>
                    <a:pt x="19348" y="9417"/>
                  </a:lnTo>
                  <a:lnTo>
                    <a:pt x="19645" y="9496"/>
                  </a:lnTo>
                  <a:lnTo>
                    <a:pt x="19942" y="9576"/>
                  </a:lnTo>
                  <a:lnTo>
                    <a:pt x="20220" y="9655"/>
                  </a:lnTo>
                  <a:lnTo>
                    <a:pt x="21013" y="9794"/>
                  </a:lnTo>
                  <a:lnTo>
                    <a:pt x="21409" y="9873"/>
                  </a:lnTo>
                  <a:lnTo>
                    <a:pt x="21786" y="9952"/>
                  </a:lnTo>
                  <a:lnTo>
                    <a:pt x="21528" y="9992"/>
                  </a:lnTo>
                  <a:lnTo>
                    <a:pt x="21270" y="10051"/>
                  </a:lnTo>
                  <a:lnTo>
                    <a:pt x="21152" y="10111"/>
                  </a:lnTo>
                  <a:lnTo>
                    <a:pt x="21052" y="10170"/>
                  </a:lnTo>
                  <a:lnTo>
                    <a:pt x="20953" y="10230"/>
                  </a:lnTo>
                  <a:lnTo>
                    <a:pt x="20854" y="10309"/>
                  </a:lnTo>
                  <a:lnTo>
                    <a:pt x="20815" y="10368"/>
                  </a:lnTo>
                  <a:lnTo>
                    <a:pt x="20815" y="10388"/>
                  </a:lnTo>
                  <a:lnTo>
                    <a:pt x="20834" y="10428"/>
                  </a:lnTo>
                  <a:lnTo>
                    <a:pt x="20854" y="10448"/>
                  </a:lnTo>
                  <a:lnTo>
                    <a:pt x="20696" y="10468"/>
                  </a:lnTo>
                  <a:lnTo>
                    <a:pt x="20537" y="10448"/>
                  </a:lnTo>
                  <a:lnTo>
                    <a:pt x="20259" y="10388"/>
                  </a:lnTo>
                  <a:lnTo>
                    <a:pt x="19804" y="10289"/>
                  </a:lnTo>
                  <a:lnTo>
                    <a:pt x="19348" y="10170"/>
                  </a:lnTo>
                  <a:lnTo>
                    <a:pt x="18793" y="10031"/>
                  </a:lnTo>
                  <a:lnTo>
                    <a:pt x="18238" y="9932"/>
                  </a:lnTo>
                  <a:lnTo>
                    <a:pt x="17682" y="9873"/>
                  </a:lnTo>
                  <a:lnTo>
                    <a:pt x="17127" y="9833"/>
                  </a:lnTo>
                  <a:lnTo>
                    <a:pt x="17088" y="9833"/>
                  </a:lnTo>
                  <a:lnTo>
                    <a:pt x="16969" y="9734"/>
                  </a:lnTo>
                  <a:lnTo>
                    <a:pt x="16872" y="9637"/>
                  </a:lnTo>
                  <a:lnTo>
                    <a:pt x="16872" y="9637"/>
                  </a:lnTo>
                  <a:lnTo>
                    <a:pt x="17068" y="9655"/>
                  </a:lnTo>
                  <a:lnTo>
                    <a:pt x="17286" y="9655"/>
                  </a:lnTo>
                  <a:lnTo>
                    <a:pt x="17504" y="9635"/>
                  </a:lnTo>
                  <a:lnTo>
                    <a:pt x="17742" y="9615"/>
                  </a:lnTo>
                  <a:lnTo>
                    <a:pt x="18059" y="9536"/>
                  </a:lnTo>
                  <a:lnTo>
                    <a:pt x="18396" y="9437"/>
                  </a:lnTo>
                  <a:lnTo>
                    <a:pt x="18713" y="9377"/>
                  </a:lnTo>
                  <a:lnTo>
                    <a:pt x="18872" y="9357"/>
                  </a:lnTo>
                  <a:close/>
                  <a:moveTo>
                    <a:pt x="2577" y="10091"/>
                  </a:moveTo>
                  <a:lnTo>
                    <a:pt x="2815" y="10111"/>
                  </a:lnTo>
                  <a:lnTo>
                    <a:pt x="3053" y="10131"/>
                  </a:lnTo>
                  <a:lnTo>
                    <a:pt x="3291" y="10190"/>
                  </a:lnTo>
                  <a:lnTo>
                    <a:pt x="3529" y="10269"/>
                  </a:lnTo>
                  <a:lnTo>
                    <a:pt x="3985" y="10448"/>
                  </a:lnTo>
                  <a:lnTo>
                    <a:pt x="4441" y="10626"/>
                  </a:lnTo>
                  <a:lnTo>
                    <a:pt x="4897" y="10805"/>
                  </a:lnTo>
                  <a:lnTo>
                    <a:pt x="5134" y="10864"/>
                  </a:lnTo>
                  <a:lnTo>
                    <a:pt x="5372" y="10924"/>
                  </a:lnTo>
                  <a:lnTo>
                    <a:pt x="5590" y="10943"/>
                  </a:lnTo>
                  <a:lnTo>
                    <a:pt x="5789" y="10943"/>
                  </a:lnTo>
                  <a:lnTo>
                    <a:pt x="5095" y="11042"/>
                  </a:lnTo>
                  <a:lnTo>
                    <a:pt x="4401" y="11122"/>
                  </a:lnTo>
                  <a:lnTo>
                    <a:pt x="3707" y="11181"/>
                  </a:lnTo>
                  <a:lnTo>
                    <a:pt x="3013" y="11221"/>
                  </a:lnTo>
                  <a:lnTo>
                    <a:pt x="2320" y="11260"/>
                  </a:lnTo>
                  <a:lnTo>
                    <a:pt x="1606" y="11280"/>
                  </a:lnTo>
                  <a:lnTo>
                    <a:pt x="199" y="11260"/>
                  </a:lnTo>
                  <a:lnTo>
                    <a:pt x="159" y="11221"/>
                  </a:lnTo>
                  <a:lnTo>
                    <a:pt x="139" y="11181"/>
                  </a:lnTo>
                  <a:lnTo>
                    <a:pt x="139" y="11122"/>
                  </a:lnTo>
                  <a:lnTo>
                    <a:pt x="159" y="11082"/>
                  </a:lnTo>
                  <a:lnTo>
                    <a:pt x="238" y="10963"/>
                  </a:lnTo>
                  <a:lnTo>
                    <a:pt x="337" y="10844"/>
                  </a:lnTo>
                  <a:lnTo>
                    <a:pt x="456" y="10745"/>
                  </a:lnTo>
                  <a:lnTo>
                    <a:pt x="595" y="10666"/>
                  </a:lnTo>
                  <a:lnTo>
                    <a:pt x="754" y="10567"/>
                  </a:lnTo>
                  <a:lnTo>
                    <a:pt x="952" y="10448"/>
                  </a:lnTo>
                  <a:lnTo>
                    <a:pt x="1170" y="10368"/>
                  </a:lnTo>
                  <a:lnTo>
                    <a:pt x="1626" y="10230"/>
                  </a:lnTo>
                  <a:lnTo>
                    <a:pt x="1864" y="10150"/>
                  </a:lnTo>
                  <a:lnTo>
                    <a:pt x="2102" y="10111"/>
                  </a:lnTo>
                  <a:lnTo>
                    <a:pt x="2339" y="10091"/>
                  </a:lnTo>
                  <a:close/>
                  <a:moveTo>
                    <a:pt x="22202" y="10131"/>
                  </a:moveTo>
                  <a:lnTo>
                    <a:pt x="22440" y="10150"/>
                  </a:lnTo>
                  <a:lnTo>
                    <a:pt x="22698" y="10190"/>
                  </a:lnTo>
                  <a:lnTo>
                    <a:pt x="23134" y="10289"/>
                  </a:lnTo>
                  <a:lnTo>
                    <a:pt x="23471" y="10368"/>
                  </a:lnTo>
                  <a:lnTo>
                    <a:pt x="23808" y="10507"/>
                  </a:lnTo>
                  <a:lnTo>
                    <a:pt x="23966" y="10587"/>
                  </a:lnTo>
                  <a:lnTo>
                    <a:pt x="24125" y="10686"/>
                  </a:lnTo>
                  <a:lnTo>
                    <a:pt x="24264" y="10785"/>
                  </a:lnTo>
                  <a:lnTo>
                    <a:pt x="24383" y="10904"/>
                  </a:lnTo>
                  <a:lnTo>
                    <a:pt x="24502" y="11082"/>
                  </a:lnTo>
                  <a:lnTo>
                    <a:pt x="24621" y="11280"/>
                  </a:lnTo>
                  <a:lnTo>
                    <a:pt x="24720" y="11459"/>
                  </a:lnTo>
                  <a:lnTo>
                    <a:pt x="24779" y="11538"/>
                  </a:lnTo>
                  <a:lnTo>
                    <a:pt x="24858" y="11617"/>
                  </a:lnTo>
                  <a:lnTo>
                    <a:pt x="24858" y="11617"/>
                  </a:lnTo>
                  <a:lnTo>
                    <a:pt x="24521" y="11459"/>
                  </a:lnTo>
                  <a:lnTo>
                    <a:pt x="24184" y="11320"/>
                  </a:lnTo>
                  <a:lnTo>
                    <a:pt x="23828" y="11201"/>
                  </a:lnTo>
                  <a:lnTo>
                    <a:pt x="23471" y="11082"/>
                  </a:lnTo>
                  <a:lnTo>
                    <a:pt x="23431" y="11082"/>
                  </a:lnTo>
                  <a:lnTo>
                    <a:pt x="23411" y="11102"/>
                  </a:lnTo>
                  <a:lnTo>
                    <a:pt x="23411" y="11142"/>
                  </a:lnTo>
                  <a:lnTo>
                    <a:pt x="23431" y="11161"/>
                  </a:lnTo>
                  <a:lnTo>
                    <a:pt x="24521" y="11657"/>
                  </a:lnTo>
                  <a:lnTo>
                    <a:pt x="24264" y="11697"/>
                  </a:lnTo>
                  <a:lnTo>
                    <a:pt x="24026" y="11716"/>
                  </a:lnTo>
                  <a:lnTo>
                    <a:pt x="23768" y="11736"/>
                  </a:lnTo>
                  <a:lnTo>
                    <a:pt x="23530" y="11716"/>
                  </a:lnTo>
                  <a:lnTo>
                    <a:pt x="23273" y="11697"/>
                  </a:lnTo>
                  <a:lnTo>
                    <a:pt x="23035" y="11657"/>
                  </a:lnTo>
                  <a:lnTo>
                    <a:pt x="22777" y="11597"/>
                  </a:lnTo>
                  <a:lnTo>
                    <a:pt x="22539" y="11518"/>
                  </a:lnTo>
                  <a:lnTo>
                    <a:pt x="22281" y="11419"/>
                  </a:lnTo>
                  <a:lnTo>
                    <a:pt x="22024" y="11280"/>
                  </a:lnTo>
                  <a:lnTo>
                    <a:pt x="21766" y="11142"/>
                  </a:lnTo>
                  <a:lnTo>
                    <a:pt x="21528" y="10983"/>
                  </a:lnTo>
                  <a:lnTo>
                    <a:pt x="21330" y="10805"/>
                  </a:lnTo>
                  <a:lnTo>
                    <a:pt x="21152" y="10606"/>
                  </a:lnTo>
                  <a:lnTo>
                    <a:pt x="21112" y="10527"/>
                  </a:lnTo>
                  <a:lnTo>
                    <a:pt x="21092" y="10468"/>
                  </a:lnTo>
                  <a:lnTo>
                    <a:pt x="21052" y="10408"/>
                  </a:lnTo>
                  <a:lnTo>
                    <a:pt x="21072" y="10368"/>
                  </a:lnTo>
                  <a:lnTo>
                    <a:pt x="21112" y="10329"/>
                  </a:lnTo>
                  <a:lnTo>
                    <a:pt x="21270" y="10250"/>
                  </a:lnTo>
                  <a:lnTo>
                    <a:pt x="21489" y="10190"/>
                  </a:lnTo>
                  <a:lnTo>
                    <a:pt x="21726" y="10150"/>
                  </a:lnTo>
                  <a:lnTo>
                    <a:pt x="21964" y="10131"/>
                  </a:lnTo>
                  <a:close/>
                  <a:moveTo>
                    <a:pt x="13084" y="10051"/>
                  </a:moveTo>
                  <a:lnTo>
                    <a:pt x="13024" y="10131"/>
                  </a:lnTo>
                  <a:lnTo>
                    <a:pt x="12965" y="10210"/>
                  </a:lnTo>
                  <a:lnTo>
                    <a:pt x="12965" y="10230"/>
                  </a:lnTo>
                  <a:lnTo>
                    <a:pt x="12984" y="10250"/>
                  </a:lnTo>
                  <a:lnTo>
                    <a:pt x="13024" y="10250"/>
                  </a:lnTo>
                  <a:lnTo>
                    <a:pt x="13044" y="10230"/>
                  </a:lnTo>
                  <a:lnTo>
                    <a:pt x="13084" y="10170"/>
                  </a:lnTo>
                  <a:lnTo>
                    <a:pt x="13143" y="10131"/>
                  </a:lnTo>
                  <a:lnTo>
                    <a:pt x="13262" y="10071"/>
                  </a:lnTo>
                  <a:lnTo>
                    <a:pt x="13500" y="10091"/>
                  </a:lnTo>
                  <a:lnTo>
                    <a:pt x="13738" y="10150"/>
                  </a:lnTo>
                  <a:lnTo>
                    <a:pt x="13520" y="10170"/>
                  </a:lnTo>
                  <a:lnTo>
                    <a:pt x="13321" y="10250"/>
                  </a:lnTo>
                  <a:lnTo>
                    <a:pt x="13302" y="10269"/>
                  </a:lnTo>
                  <a:lnTo>
                    <a:pt x="13302" y="10289"/>
                  </a:lnTo>
                  <a:lnTo>
                    <a:pt x="13321" y="10309"/>
                  </a:lnTo>
                  <a:lnTo>
                    <a:pt x="13361" y="10309"/>
                  </a:lnTo>
                  <a:lnTo>
                    <a:pt x="13500" y="10250"/>
                  </a:lnTo>
                  <a:lnTo>
                    <a:pt x="13639" y="10230"/>
                  </a:lnTo>
                  <a:lnTo>
                    <a:pt x="13916" y="10190"/>
                  </a:lnTo>
                  <a:lnTo>
                    <a:pt x="14095" y="10269"/>
                  </a:lnTo>
                  <a:lnTo>
                    <a:pt x="14293" y="10349"/>
                  </a:lnTo>
                  <a:lnTo>
                    <a:pt x="14114" y="10329"/>
                  </a:lnTo>
                  <a:lnTo>
                    <a:pt x="13916" y="10329"/>
                  </a:lnTo>
                  <a:lnTo>
                    <a:pt x="13738" y="10349"/>
                  </a:lnTo>
                  <a:lnTo>
                    <a:pt x="13579" y="10408"/>
                  </a:lnTo>
                  <a:lnTo>
                    <a:pt x="13559" y="10428"/>
                  </a:lnTo>
                  <a:lnTo>
                    <a:pt x="13559" y="10448"/>
                  </a:lnTo>
                  <a:lnTo>
                    <a:pt x="13579" y="10468"/>
                  </a:lnTo>
                  <a:lnTo>
                    <a:pt x="13599" y="10448"/>
                  </a:lnTo>
                  <a:lnTo>
                    <a:pt x="13698" y="10408"/>
                  </a:lnTo>
                  <a:lnTo>
                    <a:pt x="13817" y="10388"/>
                  </a:lnTo>
                  <a:lnTo>
                    <a:pt x="13916" y="10388"/>
                  </a:lnTo>
                  <a:lnTo>
                    <a:pt x="14035" y="10408"/>
                  </a:lnTo>
                  <a:lnTo>
                    <a:pt x="14471" y="10468"/>
                  </a:lnTo>
                  <a:lnTo>
                    <a:pt x="14491" y="10448"/>
                  </a:lnTo>
                  <a:lnTo>
                    <a:pt x="14630" y="10547"/>
                  </a:lnTo>
                  <a:lnTo>
                    <a:pt x="14828" y="10686"/>
                  </a:lnTo>
                  <a:lnTo>
                    <a:pt x="15006" y="10864"/>
                  </a:lnTo>
                  <a:lnTo>
                    <a:pt x="15185" y="11042"/>
                  </a:lnTo>
                  <a:lnTo>
                    <a:pt x="15324" y="11221"/>
                  </a:lnTo>
                  <a:lnTo>
                    <a:pt x="15601" y="11637"/>
                  </a:lnTo>
                  <a:lnTo>
                    <a:pt x="15859" y="12034"/>
                  </a:lnTo>
                  <a:lnTo>
                    <a:pt x="16037" y="12291"/>
                  </a:lnTo>
                  <a:lnTo>
                    <a:pt x="16116" y="12430"/>
                  </a:lnTo>
                  <a:lnTo>
                    <a:pt x="16235" y="12549"/>
                  </a:lnTo>
                  <a:lnTo>
                    <a:pt x="16017" y="12509"/>
                  </a:lnTo>
                  <a:lnTo>
                    <a:pt x="15799" y="12490"/>
                  </a:lnTo>
                  <a:lnTo>
                    <a:pt x="15363" y="12490"/>
                  </a:lnTo>
                  <a:lnTo>
                    <a:pt x="14669" y="12529"/>
                  </a:lnTo>
                  <a:lnTo>
                    <a:pt x="13976" y="12549"/>
                  </a:lnTo>
                  <a:lnTo>
                    <a:pt x="13658" y="12430"/>
                  </a:lnTo>
                  <a:lnTo>
                    <a:pt x="13361" y="12311"/>
                  </a:lnTo>
                  <a:lnTo>
                    <a:pt x="13064" y="12192"/>
                  </a:lnTo>
                  <a:lnTo>
                    <a:pt x="12786" y="12113"/>
                  </a:lnTo>
                  <a:lnTo>
                    <a:pt x="12509" y="12073"/>
                  </a:lnTo>
                  <a:lnTo>
                    <a:pt x="12211" y="12073"/>
                  </a:lnTo>
                  <a:lnTo>
                    <a:pt x="12013" y="11934"/>
                  </a:lnTo>
                  <a:lnTo>
                    <a:pt x="11835" y="11776"/>
                  </a:lnTo>
                  <a:lnTo>
                    <a:pt x="11676" y="11578"/>
                  </a:lnTo>
                  <a:lnTo>
                    <a:pt x="11537" y="11379"/>
                  </a:lnTo>
                  <a:lnTo>
                    <a:pt x="11478" y="11280"/>
                  </a:lnTo>
                  <a:lnTo>
                    <a:pt x="11458" y="11201"/>
                  </a:lnTo>
                  <a:lnTo>
                    <a:pt x="11438" y="11122"/>
                  </a:lnTo>
                  <a:lnTo>
                    <a:pt x="11438" y="11042"/>
                  </a:lnTo>
                  <a:lnTo>
                    <a:pt x="11438" y="10963"/>
                  </a:lnTo>
                  <a:lnTo>
                    <a:pt x="11458" y="10884"/>
                  </a:lnTo>
                  <a:lnTo>
                    <a:pt x="11537" y="10745"/>
                  </a:lnTo>
                  <a:lnTo>
                    <a:pt x="11636" y="10626"/>
                  </a:lnTo>
                  <a:lnTo>
                    <a:pt x="11775" y="10507"/>
                  </a:lnTo>
                  <a:lnTo>
                    <a:pt x="11914" y="10408"/>
                  </a:lnTo>
                  <a:lnTo>
                    <a:pt x="12053" y="10329"/>
                  </a:lnTo>
                  <a:lnTo>
                    <a:pt x="12310" y="10190"/>
                  </a:lnTo>
                  <a:lnTo>
                    <a:pt x="12548" y="10111"/>
                  </a:lnTo>
                  <a:lnTo>
                    <a:pt x="12826" y="10071"/>
                  </a:lnTo>
                  <a:lnTo>
                    <a:pt x="13084" y="10051"/>
                  </a:lnTo>
                  <a:close/>
                  <a:moveTo>
                    <a:pt x="13718" y="9794"/>
                  </a:moveTo>
                  <a:lnTo>
                    <a:pt x="14134" y="9813"/>
                  </a:lnTo>
                  <a:lnTo>
                    <a:pt x="14570" y="9853"/>
                  </a:lnTo>
                  <a:lnTo>
                    <a:pt x="14907" y="9913"/>
                  </a:lnTo>
                  <a:lnTo>
                    <a:pt x="15224" y="9992"/>
                  </a:lnTo>
                  <a:lnTo>
                    <a:pt x="15561" y="10051"/>
                  </a:lnTo>
                  <a:lnTo>
                    <a:pt x="15898" y="10091"/>
                  </a:lnTo>
                  <a:lnTo>
                    <a:pt x="16216" y="10091"/>
                  </a:lnTo>
                  <a:lnTo>
                    <a:pt x="16553" y="10071"/>
                  </a:lnTo>
                  <a:lnTo>
                    <a:pt x="16691" y="10230"/>
                  </a:lnTo>
                  <a:lnTo>
                    <a:pt x="16850" y="10368"/>
                  </a:lnTo>
                  <a:lnTo>
                    <a:pt x="17187" y="10626"/>
                  </a:lnTo>
                  <a:lnTo>
                    <a:pt x="17544" y="10844"/>
                  </a:lnTo>
                  <a:lnTo>
                    <a:pt x="17920" y="11042"/>
                  </a:lnTo>
                  <a:lnTo>
                    <a:pt x="18297" y="11201"/>
                  </a:lnTo>
                  <a:lnTo>
                    <a:pt x="18693" y="11360"/>
                  </a:lnTo>
                  <a:lnTo>
                    <a:pt x="19467" y="11657"/>
                  </a:lnTo>
                  <a:lnTo>
                    <a:pt x="20022" y="11835"/>
                  </a:lnTo>
                  <a:lnTo>
                    <a:pt x="20557" y="12014"/>
                  </a:lnTo>
                  <a:lnTo>
                    <a:pt x="21112" y="12192"/>
                  </a:lnTo>
                  <a:lnTo>
                    <a:pt x="21667" y="12331"/>
                  </a:lnTo>
                  <a:lnTo>
                    <a:pt x="21984" y="12390"/>
                  </a:lnTo>
                  <a:lnTo>
                    <a:pt x="22321" y="12450"/>
                  </a:lnTo>
                  <a:lnTo>
                    <a:pt x="21389" y="12509"/>
                  </a:lnTo>
                  <a:lnTo>
                    <a:pt x="20458" y="12549"/>
                  </a:lnTo>
                  <a:lnTo>
                    <a:pt x="19526" y="12569"/>
                  </a:lnTo>
                  <a:lnTo>
                    <a:pt x="18594" y="12608"/>
                  </a:lnTo>
                  <a:lnTo>
                    <a:pt x="18178" y="12648"/>
                  </a:lnTo>
                  <a:lnTo>
                    <a:pt x="17742" y="12708"/>
                  </a:lnTo>
                  <a:lnTo>
                    <a:pt x="17326" y="12727"/>
                  </a:lnTo>
                  <a:lnTo>
                    <a:pt x="16890" y="12727"/>
                  </a:lnTo>
                  <a:lnTo>
                    <a:pt x="16870" y="12668"/>
                  </a:lnTo>
                  <a:lnTo>
                    <a:pt x="16850" y="12668"/>
                  </a:lnTo>
                  <a:lnTo>
                    <a:pt x="16830" y="12648"/>
                  </a:lnTo>
                  <a:lnTo>
                    <a:pt x="16751" y="12648"/>
                  </a:lnTo>
                  <a:lnTo>
                    <a:pt x="16672" y="12628"/>
                  </a:lnTo>
                  <a:lnTo>
                    <a:pt x="16533" y="12569"/>
                  </a:lnTo>
                  <a:lnTo>
                    <a:pt x="16394" y="12450"/>
                  </a:lnTo>
                  <a:lnTo>
                    <a:pt x="16275" y="12331"/>
                  </a:lnTo>
                  <a:lnTo>
                    <a:pt x="16176" y="12192"/>
                  </a:lnTo>
                  <a:lnTo>
                    <a:pt x="16077" y="12034"/>
                  </a:lnTo>
                  <a:lnTo>
                    <a:pt x="15918" y="11756"/>
                  </a:lnTo>
                  <a:lnTo>
                    <a:pt x="15601" y="11280"/>
                  </a:lnTo>
                  <a:lnTo>
                    <a:pt x="15442" y="11062"/>
                  </a:lnTo>
                  <a:lnTo>
                    <a:pt x="15264" y="10844"/>
                  </a:lnTo>
                  <a:lnTo>
                    <a:pt x="15026" y="10606"/>
                  </a:lnTo>
                  <a:lnTo>
                    <a:pt x="14768" y="10408"/>
                  </a:lnTo>
                  <a:lnTo>
                    <a:pt x="14491" y="10250"/>
                  </a:lnTo>
                  <a:lnTo>
                    <a:pt x="14194" y="10111"/>
                  </a:lnTo>
                  <a:lnTo>
                    <a:pt x="13896" y="9992"/>
                  </a:lnTo>
                  <a:lnTo>
                    <a:pt x="13559" y="9932"/>
                  </a:lnTo>
                  <a:lnTo>
                    <a:pt x="13242" y="9873"/>
                  </a:lnTo>
                  <a:lnTo>
                    <a:pt x="12905" y="9873"/>
                  </a:lnTo>
                  <a:lnTo>
                    <a:pt x="13302" y="9813"/>
                  </a:lnTo>
                  <a:lnTo>
                    <a:pt x="13718" y="9794"/>
                  </a:lnTo>
                  <a:close/>
                  <a:moveTo>
                    <a:pt x="17405" y="10051"/>
                  </a:moveTo>
                  <a:lnTo>
                    <a:pt x="17682" y="10071"/>
                  </a:lnTo>
                  <a:lnTo>
                    <a:pt x="17980" y="10091"/>
                  </a:lnTo>
                  <a:lnTo>
                    <a:pt x="18535" y="10190"/>
                  </a:lnTo>
                  <a:lnTo>
                    <a:pt x="19090" y="10309"/>
                  </a:lnTo>
                  <a:lnTo>
                    <a:pt x="19625" y="10468"/>
                  </a:lnTo>
                  <a:lnTo>
                    <a:pt x="19942" y="10547"/>
                  </a:lnTo>
                  <a:lnTo>
                    <a:pt x="20299" y="10646"/>
                  </a:lnTo>
                  <a:lnTo>
                    <a:pt x="20478" y="10686"/>
                  </a:lnTo>
                  <a:lnTo>
                    <a:pt x="20656" y="10705"/>
                  </a:lnTo>
                  <a:lnTo>
                    <a:pt x="20834" y="10686"/>
                  </a:lnTo>
                  <a:lnTo>
                    <a:pt x="20973" y="10646"/>
                  </a:lnTo>
                  <a:lnTo>
                    <a:pt x="21132" y="10844"/>
                  </a:lnTo>
                  <a:lnTo>
                    <a:pt x="21310" y="11023"/>
                  </a:lnTo>
                  <a:lnTo>
                    <a:pt x="21508" y="11181"/>
                  </a:lnTo>
                  <a:lnTo>
                    <a:pt x="21726" y="11320"/>
                  </a:lnTo>
                  <a:lnTo>
                    <a:pt x="21944" y="11459"/>
                  </a:lnTo>
                  <a:lnTo>
                    <a:pt x="22163" y="11558"/>
                  </a:lnTo>
                  <a:lnTo>
                    <a:pt x="22400" y="11657"/>
                  </a:lnTo>
                  <a:lnTo>
                    <a:pt x="22638" y="11716"/>
                  </a:lnTo>
                  <a:lnTo>
                    <a:pt x="22896" y="11776"/>
                  </a:lnTo>
                  <a:lnTo>
                    <a:pt x="23154" y="11835"/>
                  </a:lnTo>
                  <a:lnTo>
                    <a:pt x="23411" y="11855"/>
                  </a:lnTo>
                  <a:lnTo>
                    <a:pt x="23907" y="11855"/>
                  </a:lnTo>
                  <a:lnTo>
                    <a:pt x="24165" y="11816"/>
                  </a:lnTo>
                  <a:lnTo>
                    <a:pt x="24403" y="11776"/>
                  </a:lnTo>
                  <a:lnTo>
                    <a:pt x="24640" y="11716"/>
                  </a:lnTo>
                  <a:lnTo>
                    <a:pt x="24997" y="11895"/>
                  </a:lnTo>
                  <a:lnTo>
                    <a:pt x="25354" y="12093"/>
                  </a:lnTo>
                  <a:lnTo>
                    <a:pt x="25691" y="12331"/>
                  </a:lnTo>
                  <a:lnTo>
                    <a:pt x="25830" y="12430"/>
                  </a:lnTo>
                  <a:lnTo>
                    <a:pt x="25949" y="12569"/>
                  </a:lnTo>
                  <a:lnTo>
                    <a:pt x="26206" y="12807"/>
                  </a:lnTo>
                  <a:lnTo>
                    <a:pt x="26127" y="12767"/>
                  </a:lnTo>
                  <a:lnTo>
                    <a:pt x="25889" y="12668"/>
                  </a:lnTo>
                  <a:lnTo>
                    <a:pt x="25671" y="12608"/>
                  </a:lnTo>
                  <a:lnTo>
                    <a:pt x="25453" y="12549"/>
                  </a:lnTo>
                  <a:lnTo>
                    <a:pt x="25215" y="12509"/>
                  </a:lnTo>
                  <a:lnTo>
                    <a:pt x="24779" y="12470"/>
                  </a:lnTo>
                  <a:lnTo>
                    <a:pt x="24284" y="12450"/>
                  </a:lnTo>
                  <a:lnTo>
                    <a:pt x="23748" y="12410"/>
                  </a:lnTo>
                  <a:lnTo>
                    <a:pt x="23193" y="12371"/>
                  </a:lnTo>
                  <a:lnTo>
                    <a:pt x="22638" y="12291"/>
                  </a:lnTo>
                  <a:lnTo>
                    <a:pt x="22103" y="12192"/>
                  </a:lnTo>
                  <a:lnTo>
                    <a:pt x="21568" y="12073"/>
                  </a:lnTo>
                  <a:lnTo>
                    <a:pt x="21033" y="11934"/>
                  </a:lnTo>
                  <a:lnTo>
                    <a:pt x="20497" y="11776"/>
                  </a:lnTo>
                  <a:lnTo>
                    <a:pt x="19962" y="11617"/>
                  </a:lnTo>
                  <a:lnTo>
                    <a:pt x="19130" y="11340"/>
                  </a:lnTo>
                  <a:lnTo>
                    <a:pt x="18674" y="11181"/>
                  </a:lnTo>
                  <a:lnTo>
                    <a:pt x="18238" y="11023"/>
                  </a:lnTo>
                  <a:lnTo>
                    <a:pt x="17821" y="10824"/>
                  </a:lnTo>
                  <a:lnTo>
                    <a:pt x="17405" y="10606"/>
                  </a:lnTo>
                  <a:lnTo>
                    <a:pt x="17227" y="10487"/>
                  </a:lnTo>
                  <a:lnTo>
                    <a:pt x="17028" y="10368"/>
                  </a:lnTo>
                  <a:lnTo>
                    <a:pt x="16850" y="10230"/>
                  </a:lnTo>
                  <a:lnTo>
                    <a:pt x="16691" y="10071"/>
                  </a:lnTo>
                  <a:lnTo>
                    <a:pt x="17048" y="10051"/>
                  </a:lnTo>
                  <a:close/>
                  <a:moveTo>
                    <a:pt x="15482" y="12589"/>
                  </a:moveTo>
                  <a:lnTo>
                    <a:pt x="15740" y="12608"/>
                  </a:lnTo>
                  <a:lnTo>
                    <a:pt x="15998" y="12628"/>
                  </a:lnTo>
                  <a:lnTo>
                    <a:pt x="16255" y="12668"/>
                  </a:lnTo>
                  <a:lnTo>
                    <a:pt x="15938" y="12708"/>
                  </a:lnTo>
                  <a:lnTo>
                    <a:pt x="15601" y="12807"/>
                  </a:lnTo>
                  <a:lnTo>
                    <a:pt x="15006" y="12985"/>
                  </a:lnTo>
                  <a:lnTo>
                    <a:pt x="14788" y="12886"/>
                  </a:lnTo>
                  <a:lnTo>
                    <a:pt x="14570" y="12787"/>
                  </a:lnTo>
                  <a:lnTo>
                    <a:pt x="14114" y="12608"/>
                  </a:lnTo>
                  <a:lnTo>
                    <a:pt x="15205" y="12608"/>
                  </a:lnTo>
                  <a:lnTo>
                    <a:pt x="15482" y="12589"/>
                  </a:lnTo>
                  <a:close/>
                  <a:moveTo>
                    <a:pt x="18912" y="12767"/>
                  </a:moveTo>
                  <a:lnTo>
                    <a:pt x="18297" y="13144"/>
                  </a:lnTo>
                  <a:lnTo>
                    <a:pt x="17980" y="13342"/>
                  </a:lnTo>
                  <a:lnTo>
                    <a:pt x="17663" y="13501"/>
                  </a:lnTo>
                  <a:lnTo>
                    <a:pt x="17345" y="13659"/>
                  </a:lnTo>
                  <a:lnTo>
                    <a:pt x="17028" y="13818"/>
                  </a:lnTo>
                  <a:lnTo>
                    <a:pt x="16691" y="13937"/>
                  </a:lnTo>
                  <a:lnTo>
                    <a:pt x="16335" y="14056"/>
                  </a:lnTo>
                  <a:lnTo>
                    <a:pt x="15978" y="14135"/>
                  </a:lnTo>
                  <a:lnTo>
                    <a:pt x="15621" y="14174"/>
                  </a:lnTo>
                  <a:lnTo>
                    <a:pt x="15244" y="14174"/>
                  </a:lnTo>
                  <a:lnTo>
                    <a:pt x="14887" y="14155"/>
                  </a:lnTo>
                  <a:lnTo>
                    <a:pt x="14709" y="14135"/>
                  </a:lnTo>
                  <a:lnTo>
                    <a:pt x="14531" y="14095"/>
                  </a:lnTo>
                  <a:lnTo>
                    <a:pt x="14194" y="13996"/>
                  </a:lnTo>
                  <a:lnTo>
                    <a:pt x="13837" y="13917"/>
                  </a:lnTo>
                  <a:lnTo>
                    <a:pt x="13658" y="13877"/>
                  </a:lnTo>
                  <a:lnTo>
                    <a:pt x="13480" y="13877"/>
                  </a:lnTo>
                  <a:lnTo>
                    <a:pt x="14372" y="13421"/>
                  </a:lnTo>
                  <a:lnTo>
                    <a:pt x="14669" y="13302"/>
                  </a:lnTo>
                  <a:lnTo>
                    <a:pt x="14967" y="13183"/>
                  </a:lnTo>
                  <a:lnTo>
                    <a:pt x="15006" y="13164"/>
                  </a:lnTo>
                  <a:lnTo>
                    <a:pt x="15442" y="13025"/>
                  </a:lnTo>
                  <a:lnTo>
                    <a:pt x="15898" y="12926"/>
                  </a:lnTo>
                  <a:lnTo>
                    <a:pt x="16335" y="12866"/>
                  </a:lnTo>
                  <a:lnTo>
                    <a:pt x="16553" y="12846"/>
                  </a:lnTo>
                  <a:lnTo>
                    <a:pt x="16790" y="12846"/>
                  </a:lnTo>
                  <a:lnTo>
                    <a:pt x="16810" y="12827"/>
                  </a:lnTo>
                  <a:lnTo>
                    <a:pt x="16989" y="12866"/>
                  </a:lnTo>
                  <a:lnTo>
                    <a:pt x="17464" y="12866"/>
                  </a:lnTo>
                  <a:lnTo>
                    <a:pt x="17801" y="12827"/>
                  </a:lnTo>
                  <a:lnTo>
                    <a:pt x="18119" y="12787"/>
                  </a:lnTo>
                  <a:lnTo>
                    <a:pt x="18912" y="12767"/>
                  </a:lnTo>
                  <a:close/>
                  <a:moveTo>
                    <a:pt x="12449" y="12252"/>
                  </a:moveTo>
                  <a:lnTo>
                    <a:pt x="12628" y="12291"/>
                  </a:lnTo>
                  <a:lnTo>
                    <a:pt x="12786" y="12331"/>
                  </a:lnTo>
                  <a:lnTo>
                    <a:pt x="13103" y="12430"/>
                  </a:lnTo>
                  <a:lnTo>
                    <a:pt x="13440" y="12589"/>
                  </a:lnTo>
                  <a:lnTo>
                    <a:pt x="13758" y="12708"/>
                  </a:lnTo>
                  <a:lnTo>
                    <a:pt x="14075" y="12827"/>
                  </a:lnTo>
                  <a:lnTo>
                    <a:pt x="14392" y="12945"/>
                  </a:lnTo>
                  <a:lnTo>
                    <a:pt x="14709" y="13084"/>
                  </a:lnTo>
                  <a:lnTo>
                    <a:pt x="14511" y="13164"/>
                  </a:lnTo>
                  <a:lnTo>
                    <a:pt x="14293" y="13243"/>
                  </a:lnTo>
                  <a:lnTo>
                    <a:pt x="13896" y="13461"/>
                  </a:lnTo>
                  <a:lnTo>
                    <a:pt x="13500" y="13679"/>
                  </a:lnTo>
                  <a:lnTo>
                    <a:pt x="13103" y="13877"/>
                  </a:lnTo>
                  <a:lnTo>
                    <a:pt x="12588" y="14135"/>
                  </a:lnTo>
                  <a:lnTo>
                    <a:pt x="12073" y="14373"/>
                  </a:lnTo>
                  <a:lnTo>
                    <a:pt x="11557" y="14611"/>
                  </a:lnTo>
                  <a:lnTo>
                    <a:pt x="11042" y="14848"/>
                  </a:lnTo>
                  <a:lnTo>
                    <a:pt x="10824" y="14948"/>
                  </a:lnTo>
                  <a:lnTo>
                    <a:pt x="10566" y="15027"/>
                  </a:lnTo>
                  <a:lnTo>
                    <a:pt x="10308" y="15086"/>
                  </a:lnTo>
                  <a:lnTo>
                    <a:pt x="10031" y="15126"/>
                  </a:lnTo>
                  <a:lnTo>
                    <a:pt x="9892" y="15126"/>
                  </a:lnTo>
                  <a:lnTo>
                    <a:pt x="9753" y="15106"/>
                  </a:lnTo>
                  <a:lnTo>
                    <a:pt x="9634" y="15086"/>
                  </a:lnTo>
                  <a:lnTo>
                    <a:pt x="9515" y="15047"/>
                  </a:lnTo>
                  <a:lnTo>
                    <a:pt x="9396" y="14987"/>
                  </a:lnTo>
                  <a:lnTo>
                    <a:pt x="9277" y="14928"/>
                  </a:lnTo>
                  <a:lnTo>
                    <a:pt x="9178" y="14848"/>
                  </a:lnTo>
                  <a:lnTo>
                    <a:pt x="9099" y="14730"/>
                  </a:lnTo>
                  <a:lnTo>
                    <a:pt x="9059" y="14710"/>
                  </a:lnTo>
                  <a:lnTo>
                    <a:pt x="9020" y="14730"/>
                  </a:lnTo>
                  <a:lnTo>
                    <a:pt x="8980" y="14690"/>
                  </a:lnTo>
                  <a:lnTo>
                    <a:pt x="8940" y="14650"/>
                  </a:lnTo>
                  <a:lnTo>
                    <a:pt x="8940" y="14591"/>
                  </a:lnTo>
                  <a:lnTo>
                    <a:pt x="8921" y="14551"/>
                  </a:lnTo>
                  <a:lnTo>
                    <a:pt x="8960" y="14432"/>
                  </a:lnTo>
                  <a:lnTo>
                    <a:pt x="9020" y="14313"/>
                  </a:lnTo>
                  <a:lnTo>
                    <a:pt x="9119" y="14174"/>
                  </a:lnTo>
                  <a:lnTo>
                    <a:pt x="9238" y="14056"/>
                  </a:lnTo>
                  <a:lnTo>
                    <a:pt x="9535" y="13758"/>
                  </a:lnTo>
                  <a:lnTo>
                    <a:pt x="9892" y="13481"/>
                  </a:lnTo>
                  <a:lnTo>
                    <a:pt x="10229" y="13243"/>
                  </a:lnTo>
                  <a:lnTo>
                    <a:pt x="10665" y="12945"/>
                  </a:lnTo>
                  <a:lnTo>
                    <a:pt x="11002" y="12747"/>
                  </a:lnTo>
                  <a:lnTo>
                    <a:pt x="11339" y="12549"/>
                  </a:lnTo>
                  <a:lnTo>
                    <a:pt x="11518" y="12470"/>
                  </a:lnTo>
                  <a:lnTo>
                    <a:pt x="11716" y="12390"/>
                  </a:lnTo>
                  <a:lnTo>
                    <a:pt x="11894" y="12331"/>
                  </a:lnTo>
                  <a:lnTo>
                    <a:pt x="12092" y="12271"/>
                  </a:lnTo>
                  <a:lnTo>
                    <a:pt x="12271" y="12252"/>
                  </a:lnTo>
                  <a:close/>
                  <a:moveTo>
                    <a:pt x="6601" y="1"/>
                  </a:moveTo>
                  <a:lnTo>
                    <a:pt x="6482" y="21"/>
                  </a:lnTo>
                  <a:lnTo>
                    <a:pt x="6344" y="60"/>
                  </a:lnTo>
                  <a:lnTo>
                    <a:pt x="6205" y="100"/>
                  </a:lnTo>
                  <a:lnTo>
                    <a:pt x="6086" y="160"/>
                  </a:lnTo>
                  <a:lnTo>
                    <a:pt x="6066" y="140"/>
                  </a:lnTo>
                  <a:lnTo>
                    <a:pt x="6007" y="140"/>
                  </a:lnTo>
                  <a:lnTo>
                    <a:pt x="5987" y="160"/>
                  </a:lnTo>
                  <a:lnTo>
                    <a:pt x="5967" y="318"/>
                  </a:lnTo>
                  <a:lnTo>
                    <a:pt x="5967" y="457"/>
                  </a:lnTo>
                  <a:lnTo>
                    <a:pt x="5987" y="635"/>
                  </a:lnTo>
                  <a:lnTo>
                    <a:pt x="6046" y="794"/>
                  </a:lnTo>
                  <a:lnTo>
                    <a:pt x="6165" y="1111"/>
                  </a:lnTo>
                  <a:lnTo>
                    <a:pt x="6304" y="1389"/>
                  </a:lnTo>
                  <a:lnTo>
                    <a:pt x="6502" y="1785"/>
                  </a:lnTo>
                  <a:lnTo>
                    <a:pt x="6740" y="2162"/>
                  </a:lnTo>
                  <a:lnTo>
                    <a:pt x="6879" y="2340"/>
                  </a:lnTo>
                  <a:lnTo>
                    <a:pt x="7018" y="2519"/>
                  </a:lnTo>
                  <a:lnTo>
                    <a:pt x="7156" y="2677"/>
                  </a:lnTo>
                  <a:lnTo>
                    <a:pt x="7335" y="2836"/>
                  </a:lnTo>
                  <a:lnTo>
                    <a:pt x="7593" y="3074"/>
                  </a:lnTo>
                  <a:lnTo>
                    <a:pt x="7037" y="3153"/>
                  </a:lnTo>
                  <a:lnTo>
                    <a:pt x="6760" y="3153"/>
                  </a:lnTo>
                  <a:lnTo>
                    <a:pt x="6601" y="3133"/>
                  </a:lnTo>
                  <a:lnTo>
                    <a:pt x="6463" y="3113"/>
                  </a:lnTo>
                  <a:lnTo>
                    <a:pt x="6423" y="3113"/>
                  </a:lnTo>
                  <a:lnTo>
                    <a:pt x="6383" y="3133"/>
                  </a:lnTo>
                  <a:lnTo>
                    <a:pt x="6363" y="3153"/>
                  </a:lnTo>
                  <a:lnTo>
                    <a:pt x="6363" y="3192"/>
                  </a:lnTo>
                  <a:lnTo>
                    <a:pt x="6403" y="3490"/>
                  </a:lnTo>
                  <a:lnTo>
                    <a:pt x="6463" y="3807"/>
                  </a:lnTo>
                  <a:lnTo>
                    <a:pt x="6542" y="4124"/>
                  </a:lnTo>
                  <a:lnTo>
                    <a:pt x="6661" y="4441"/>
                  </a:lnTo>
                  <a:lnTo>
                    <a:pt x="6800" y="4739"/>
                  </a:lnTo>
                  <a:lnTo>
                    <a:pt x="6879" y="4877"/>
                  </a:lnTo>
                  <a:lnTo>
                    <a:pt x="6978" y="4996"/>
                  </a:lnTo>
                  <a:lnTo>
                    <a:pt x="7077" y="5115"/>
                  </a:lnTo>
                  <a:lnTo>
                    <a:pt x="7196" y="5234"/>
                  </a:lnTo>
                  <a:lnTo>
                    <a:pt x="7315" y="5314"/>
                  </a:lnTo>
                  <a:lnTo>
                    <a:pt x="7434" y="5393"/>
                  </a:lnTo>
                  <a:lnTo>
                    <a:pt x="7156" y="5611"/>
                  </a:lnTo>
                  <a:lnTo>
                    <a:pt x="6879" y="5829"/>
                  </a:lnTo>
                  <a:lnTo>
                    <a:pt x="6621" y="6067"/>
                  </a:lnTo>
                  <a:lnTo>
                    <a:pt x="6403" y="6325"/>
                  </a:lnTo>
                  <a:lnTo>
                    <a:pt x="6363" y="6305"/>
                  </a:lnTo>
                  <a:lnTo>
                    <a:pt x="6344" y="6305"/>
                  </a:lnTo>
                  <a:lnTo>
                    <a:pt x="6324" y="6344"/>
                  </a:lnTo>
                  <a:lnTo>
                    <a:pt x="6324" y="6384"/>
                  </a:lnTo>
                  <a:lnTo>
                    <a:pt x="6344" y="6384"/>
                  </a:lnTo>
                  <a:lnTo>
                    <a:pt x="6363" y="6424"/>
                  </a:lnTo>
                  <a:lnTo>
                    <a:pt x="6403" y="6443"/>
                  </a:lnTo>
                  <a:lnTo>
                    <a:pt x="6582" y="6622"/>
                  </a:lnTo>
                  <a:lnTo>
                    <a:pt x="6800" y="6780"/>
                  </a:lnTo>
                  <a:lnTo>
                    <a:pt x="7037" y="6899"/>
                  </a:lnTo>
                  <a:lnTo>
                    <a:pt x="7295" y="7018"/>
                  </a:lnTo>
                  <a:lnTo>
                    <a:pt x="7295" y="7137"/>
                  </a:lnTo>
                  <a:lnTo>
                    <a:pt x="7315" y="7276"/>
                  </a:lnTo>
                  <a:lnTo>
                    <a:pt x="7355" y="7395"/>
                  </a:lnTo>
                  <a:lnTo>
                    <a:pt x="7394" y="7514"/>
                  </a:lnTo>
                  <a:lnTo>
                    <a:pt x="7513" y="7732"/>
                  </a:lnTo>
                  <a:lnTo>
                    <a:pt x="7672" y="7950"/>
                  </a:lnTo>
                  <a:lnTo>
                    <a:pt x="7850" y="8148"/>
                  </a:lnTo>
                  <a:lnTo>
                    <a:pt x="8048" y="8327"/>
                  </a:lnTo>
                  <a:lnTo>
                    <a:pt x="8445" y="8664"/>
                  </a:lnTo>
                  <a:lnTo>
                    <a:pt x="8901" y="8981"/>
                  </a:lnTo>
                  <a:lnTo>
                    <a:pt x="9159" y="9159"/>
                  </a:lnTo>
                  <a:lnTo>
                    <a:pt x="9436" y="9298"/>
                  </a:lnTo>
                  <a:lnTo>
                    <a:pt x="9714" y="9417"/>
                  </a:lnTo>
                  <a:lnTo>
                    <a:pt x="10011" y="9496"/>
                  </a:lnTo>
                  <a:lnTo>
                    <a:pt x="10150" y="9516"/>
                  </a:lnTo>
                  <a:lnTo>
                    <a:pt x="10427" y="9516"/>
                  </a:lnTo>
                  <a:lnTo>
                    <a:pt x="10566" y="9476"/>
                  </a:lnTo>
                  <a:lnTo>
                    <a:pt x="10606" y="9457"/>
                  </a:lnTo>
                  <a:lnTo>
                    <a:pt x="10863" y="9595"/>
                  </a:lnTo>
                  <a:lnTo>
                    <a:pt x="11161" y="9754"/>
                  </a:lnTo>
                  <a:lnTo>
                    <a:pt x="11458" y="9873"/>
                  </a:lnTo>
                  <a:lnTo>
                    <a:pt x="11755" y="9952"/>
                  </a:lnTo>
                  <a:lnTo>
                    <a:pt x="11200" y="10131"/>
                  </a:lnTo>
                  <a:lnTo>
                    <a:pt x="10625" y="10289"/>
                  </a:lnTo>
                  <a:lnTo>
                    <a:pt x="10288" y="10368"/>
                  </a:lnTo>
                  <a:lnTo>
                    <a:pt x="9951" y="10388"/>
                  </a:lnTo>
                  <a:lnTo>
                    <a:pt x="9277" y="10428"/>
                  </a:lnTo>
                  <a:lnTo>
                    <a:pt x="8921" y="10448"/>
                  </a:lnTo>
                  <a:lnTo>
                    <a:pt x="8564" y="10468"/>
                  </a:lnTo>
                  <a:lnTo>
                    <a:pt x="8306" y="10349"/>
                  </a:lnTo>
                  <a:lnTo>
                    <a:pt x="8048" y="10190"/>
                  </a:lnTo>
                  <a:lnTo>
                    <a:pt x="8048" y="10170"/>
                  </a:lnTo>
                  <a:lnTo>
                    <a:pt x="8009" y="10031"/>
                  </a:lnTo>
                  <a:lnTo>
                    <a:pt x="7969" y="9893"/>
                  </a:lnTo>
                  <a:lnTo>
                    <a:pt x="7949" y="9774"/>
                  </a:lnTo>
                  <a:lnTo>
                    <a:pt x="7930" y="9635"/>
                  </a:lnTo>
                  <a:lnTo>
                    <a:pt x="7870" y="9476"/>
                  </a:lnTo>
                  <a:lnTo>
                    <a:pt x="7791" y="9318"/>
                  </a:lnTo>
                  <a:lnTo>
                    <a:pt x="7612" y="9001"/>
                  </a:lnTo>
                  <a:lnTo>
                    <a:pt x="7513" y="8862"/>
                  </a:lnTo>
                  <a:lnTo>
                    <a:pt x="7394" y="8703"/>
                  </a:lnTo>
                  <a:lnTo>
                    <a:pt x="7117" y="8446"/>
                  </a:lnTo>
                  <a:lnTo>
                    <a:pt x="6839" y="8208"/>
                  </a:lnTo>
                  <a:lnTo>
                    <a:pt x="6542" y="8010"/>
                  </a:lnTo>
                  <a:lnTo>
                    <a:pt x="6383" y="7910"/>
                  </a:lnTo>
                  <a:lnTo>
                    <a:pt x="6225" y="7831"/>
                  </a:lnTo>
                  <a:lnTo>
                    <a:pt x="5888" y="7692"/>
                  </a:lnTo>
                  <a:lnTo>
                    <a:pt x="5551" y="7593"/>
                  </a:lnTo>
                  <a:lnTo>
                    <a:pt x="5194" y="7534"/>
                  </a:lnTo>
                  <a:lnTo>
                    <a:pt x="4837" y="7514"/>
                  </a:lnTo>
                  <a:lnTo>
                    <a:pt x="4480" y="7534"/>
                  </a:lnTo>
                  <a:lnTo>
                    <a:pt x="4123" y="7573"/>
                  </a:lnTo>
                  <a:lnTo>
                    <a:pt x="3767" y="7653"/>
                  </a:lnTo>
                  <a:lnTo>
                    <a:pt x="3747" y="7633"/>
                  </a:lnTo>
                  <a:lnTo>
                    <a:pt x="3707" y="7633"/>
                  </a:lnTo>
                  <a:lnTo>
                    <a:pt x="3668" y="7653"/>
                  </a:lnTo>
                  <a:lnTo>
                    <a:pt x="3668" y="7692"/>
                  </a:lnTo>
                  <a:lnTo>
                    <a:pt x="3668" y="7732"/>
                  </a:lnTo>
                  <a:lnTo>
                    <a:pt x="3687" y="7752"/>
                  </a:lnTo>
                  <a:lnTo>
                    <a:pt x="3707" y="7752"/>
                  </a:lnTo>
                  <a:lnTo>
                    <a:pt x="4005" y="8307"/>
                  </a:lnTo>
                  <a:lnTo>
                    <a:pt x="4183" y="8584"/>
                  </a:lnTo>
                  <a:lnTo>
                    <a:pt x="4361" y="8842"/>
                  </a:lnTo>
                  <a:lnTo>
                    <a:pt x="4560" y="9080"/>
                  </a:lnTo>
                  <a:lnTo>
                    <a:pt x="4778" y="9298"/>
                  </a:lnTo>
                  <a:lnTo>
                    <a:pt x="5035" y="9496"/>
                  </a:lnTo>
                  <a:lnTo>
                    <a:pt x="5313" y="9655"/>
                  </a:lnTo>
                  <a:lnTo>
                    <a:pt x="5491" y="9754"/>
                  </a:lnTo>
                  <a:lnTo>
                    <a:pt x="5670" y="9813"/>
                  </a:lnTo>
                  <a:lnTo>
                    <a:pt x="5868" y="9873"/>
                  </a:lnTo>
                  <a:lnTo>
                    <a:pt x="6046" y="9913"/>
                  </a:lnTo>
                  <a:lnTo>
                    <a:pt x="6423" y="9992"/>
                  </a:lnTo>
                  <a:lnTo>
                    <a:pt x="6819" y="10012"/>
                  </a:lnTo>
                  <a:lnTo>
                    <a:pt x="7097" y="10051"/>
                  </a:lnTo>
                  <a:lnTo>
                    <a:pt x="7355" y="10091"/>
                  </a:lnTo>
                  <a:lnTo>
                    <a:pt x="7593" y="10190"/>
                  </a:lnTo>
                  <a:lnTo>
                    <a:pt x="7850" y="10309"/>
                  </a:lnTo>
                  <a:lnTo>
                    <a:pt x="8227" y="10527"/>
                  </a:lnTo>
                  <a:lnTo>
                    <a:pt x="7513" y="10626"/>
                  </a:lnTo>
                  <a:lnTo>
                    <a:pt x="6780" y="10765"/>
                  </a:lnTo>
                  <a:lnTo>
                    <a:pt x="6740" y="10745"/>
                  </a:lnTo>
                  <a:lnTo>
                    <a:pt x="6700" y="10765"/>
                  </a:lnTo>
                  <a:lnTo>
                    <a:pt x="6582" y="10785"/>
                  </a:lnTo>
                  <a:lnTo>
                    <a:pt x="6463" y="10765"/>
                  </a:lnTo>
                  <a:lnTo>
                    <a:pt x="6225" y="10725"/>
                  </a:lnTo>
                  <a:lnTo>
                    <a:pt x="5670" y="10725"/>
                  </a:lnTo>
                  <a:lnTo>
                    <a:pt x="5491" y="10705"/>
                  </a:lnTo>
                  <a:lnTo>
                    <a:pt x="5313" y="10686"/>
                  </a:lnTo>
                  <a:lnTo>
                    <a:pt x="4976" y="10587"/>
                  </a:lnTo>
                  <a:lnTo>
                    <a:pt x="4639" y="10468"/>
                  </a:lnTo>
                  <a:lnTo>
                    <a:pt x="4302" y="10349"/>
                  </a:lnTo>
                  <a:lnTo>
                    <a:pt x="3767" y="10131"/>
                  </a:lnTo>
                  <a:lnTo>
                    <a:pt x="3509" y="10051"/>
                  </a:lnTo>
                  <a:lnTo>
                    <a:pt x="3231" y="9972"/>
                  </a:lnTo>
                  <a:lnTo>
                    <a:pt x="2974" y="9913"/>
                  </a:lnTo>
                  <a:lnTo>
                    <a:pt x="2696" y="9873"/>
                  </a:lnTo>
                  <a:lnTo>
                    <a:pt x="2419" y="9873"/>
                  </a:lnTo>
                  <a:lnTo>
                    <a:pt x="2121" y="9893"/>
                  </a:lnTo>
                  <a:lnTo>
                    <a:pt x="1665" y="9992"/>
                  </a:lnTo>
                  <a:lnTo>
                    <a:pt x="1428" y="10051"/>
                  </a:lnTo>
                  <a:lnTo>
                    <a:pt x="1209" y="10131"/>
                  </a:lnTo>
                  <a:lnTo>
                    <a:pt x="991" y="10230"/>
                  </a:lnTo>
                  <a:lnTo>
                    <a:pt x="773" y="10329"/>
                  </a:lnTo>
                  <a:lnTo>
                    <a:pt x="555" y="10448"/>
                  </a:lnTo>
                  <a:lnTo>
                    <a:pt x="357" y="10567"/>
                  </a:lnTo>
                  <a:lnTo>
                    <a:pt x="278" y="10646"/>
                  </a:lnTo>
                  <a:lnTo>
                    <a:pt x="179" y="10745"/>
                  </a:lnTo>
                  <a:lnTo>
                    <a:pt x="99" y="10844"/>
                  </a:lnTo>
                  <a:lnTo>
                    <a:pt x="40" y="10943"/>
                  </a:lnTo>
                  <a:lnTo>
                    <a:pt x="20" y="11042"/>
                  </a:lnTo>
                  <a:lnTo>
                    <a:pt x="0" y="11142"/>
                  </a:lnTo>
                  <a:lnTo>
                    <a:pt x="40" y="11241"/>
                  </a:lnTo>
                  <a:lnTo>
                    <a:pt x="119" y="11300"/>
                  </a:lnTo>
                  <a:lnTo>
                    <a:pt x="119" y="11340"/>
                  </a:lnTo>
                  <a:lnTo>
                    <a:pt x="159" y="11360"/>
                  </a:lnTo>
                  <a:lnTo>
                    <a:pt x="278" y="11360"/>
                  </a:lnTo>
                  <a:lnTo>
                    <a:pt x="1011" y="11399"/>
                  </a:lnTo>
                  <a:lnTo>
                    <a:pt x="1745" y="11419"/>
                  </a:lnTo>
                  <a:lnTo>
                    <a:pt x="2498" y="11419"/>
                  </a:lnTo>
                  <a:lnTo>
                    <a:pt x="3231" y="11379"/>
                  </a:lnTo>
                  <a:lnTo>
                    <a:pt x="3985" y="11340"/>
                  </a:lnTo>
                  <a:lnTo>
                    <a:pt x="4718" y="11280"/>
                  </a:lnTo>
                  <a:lnTo>
                    <a:pt x="5452" y="11181"/>
                  </a:lnTo>
                  <a:lnTo>
                    <a:pt x="6185" y="11062"/>
                  </a:lnTo>
                  <a:lnTo>
                    <a:pt x="6938" y="10924"/>
                  </a:lnTo>
                  <a:lnTo>
                    <a:pt x="7711" y="10785"/>
                  </a:lnTo>
                  <a:lnTo>
                    <a:pt x="8485" y="10666"/>
                  </a:lnTo>
                  <a:lnTo>
                    <a:pt x="8881" y="10646"/>
                  </a:lnTo>
                  <a:lnTo>
                    <a:pt x="9258" y="10626"/>
                  </a:lnTo>
                  <a:lnTo>
                    <a:pt x="9872" y="10587"/>
                  </a:lnTo>
                  <a:lnTo>
                    <a:pt x="10467" y="10507"/>
                  </a:lnTo>
                  <a:lnTo>
                    <a:pt x="11062" y="10368"/>
                  </a:lnTo>
                  <a:lnTo>
                    <a:pt x="11656" y="10190"/>
                  </a:lnTo>
                  <a:lnTo>
                    <a:pt x="12172" y="10051"/>
                  </a:lnTo>
                  <a:lnTo>
                    <a:pt x="12013" y="10111"/>
                  </a:lnTo>
                  <a:lnTo>
                    <a:pt x="11854" y="10190"/>
                  </a:lnTo>
                  <a:lnTo>
                    <a:pt x="11716" y="10289"/>
                  </a:lnTo>
                  <a:lnTo>
                    <a:pt x="11577" y="10388"/>
                  </a:lnTo>
                  <a:lnTo>
                    <a:pt x="11458" y="10507"/>
                  </a:lnTo>
                  <a:lnTo>
                    <a:pt x="11379" y="10646"/>
                  </a:lnTo>
                  <a:lnTo>
                    <a:pt x="11299" y="10765"/>
                  </a:lnTo>
                  <a:lnTo>
                    <a:pt x="11260" y="10924"/>
                  </a:lnTo>
                  <a:lnTo>
                    <a:pt x="11260" y="11102"/>
                  </a:lnTo>
                  <a:lnTo>
                    <a:pt x="11299" y="11260"/>
                  </a:lnTo>
                  <a:lnTo>
                    <a:pt x="11359" y="11439"/>
                  </a:lnTo>
                  <a:lnTo>
                    <a:pt x="11458" y="11597"/>
                  </a:lnTo>
                  <a:lnTo>
                    <a:pt x="11577" y="11736"/>
                  </a:lnTo>
                  <a:lnTo>
                    <a:pt x="11716" y="11875"/>
                  </a:lnTo>
                  <a:lnTo>
                    <a:pt x="11874" y="11994"/>
                  </a:lnTo>
                  <a:lnTo>
                    <a:pt x="12033" y="12093"/>
                  </a:lnTo>
                  <a:lnTo>
                    <a:pt x="11815" y="12133"/>
                  </a:lnTo>
                  <a:lnTo>
                    <a:pt x="11597" y="12212"/>
                  </a:lnTo>
                  <a:lnTo>
                    <a:pt x="11399" y="12291"/>
                  </a:lnTo>
                  <a:lnTo>
                    <a:pt x="11200" y="12390"/>
                  </a:lnTo>
                  <a:lnTo>
                    <a:pt x="10804" y="12628"/>
                  </a:lnTo>
                  <a:lnTo>
                    <a:pt x="10427" y="12886"/>
                  </a:lnTo>
                  <a:lnTo>
                    <a:pt x="9951" y="13203"/>
                  </a:lnTo>
                  <a:lnTo>
                    <a:pt x="9614" y="13461"/>
                  </a:lnTo>
                  <a:lnTo>
                    <a:pt x="9277" y="13758"/>
                  </a:lnTo>
                  <a:lnTo>
                    <a:pt x="9119" y="13917"/>
                  </a:lnTo>
                  <a:lnTo>
                    <a:pt x="8980" y="14075"/>
                  </a:lnTo>
                  <a:lnTo>
                    <a:pt x="8881" y="14214"/>
                  </a:lnTo>
                  <a:lnTo>
                    <a:pt x="8802" y="14353"/>
                  </a:lnTo>
                  <a:lnTo>
                    <a:pt x="8782" y="14492"/>
                  </a:lnTo>
                  <a:lnTo>
                    <a:pt x="8782" y="14551"/>
                  </a:lnTo>
                  <a:lnTo>
                    <a:pt x="8782" y="14591"/>
                  </a:lnTo>
                  <a:lnTo>
                    <a:pt x="8822" y="14650"/>
                  </a:lnTo>
                  <a:lnTo>
                    <a:pt x="8861" y="14710"/>
                  </a:lnTo>
                  <a:lnTo>
                    <a:pt x="8921" y="14749"/>
                  </a:lnTo>
                  <a:lnTo>
                    <a:pt x="9000" y="14789"/>
                  </a:lnTo>
                  <a:lnTo>
                    <a:pt x="9000" y="14809"/>
                  </a:lnTo>
                  <a:lnTo>
                    <a:pt x="9119" y="14948"/>
                  </a:lnTo>
                  <a:lnTo>
                    <a:pt x="9238" y="15047"/>
                  </a:lnTo>
                  <a:lnTo>
                    <a:pt x="9396" y="15126"/>
                  </a:lnTo>
                  <a:lnTo>
                    <a:pt x="9575" y="15185"/>
                  </a:lnTo>
                  <a:lnTo>
                    <a:pt x="9733" y="15225"/>
                  </a:lnTo>
                  <a:lnTo>
                    <a:pt x="9912" y="15245"/>
                  </a:lnTo>
                  <a:lnTo>
                    <a:pt x="10090" y="15265"/>
                  </a:lnTo>
                  <a:lnTo>
                    <a:pt x="10249" y="15265"/>
                  </a:lnTo>
                  <a:lnTo>
                    <a:pt x="10447" y="15245"/>
                  </a:lnTo>
                  <a:lnTo>
                    <a:pt x="10625" y="15185"/>
                  </a:lnTo>
                  <a:lnTo>
                    <a:pt x="10804" y="15126"/>
                  </a:lnTo>
                  <a:lnTo>
                    <a:pt x="10982" y="15067"/>
                  </a:lnTo>
                  <a:lnTo>
                    <a:pt x="11597" y="14789"/>
                  </a:lnTo>
                  <a:lnTo>
                    <a:pt x="12211" y="14511"/>
                  </a:lnTo>
                  <a:lnTo>
                    <a:pt x="12786" y="14234"/>
                  </a:lnTo>
                  <a:lnTo>
                    <a:pt x="13341" y="13937"/>
                  </a:lnTo>
                  <a:lnTo>
                    <a:pt x="13381" y="13976"/>
                  </a:lnTo>
                  <a:lnTo>
                    <a:pt x="14154" y="14155"/>
                  </a:lnTo>
                  <a:lnTo>
                    <a:pt x="14550" y="14234"/>
                  </a:lnTo>
                  <a:lnTo>
                    <a:pt x="14927" y="14293"/>
                  </a:lnTo>
                  <a:lnTo>
                    <a:pt x="15304" y="14313"/>
                  </a:lnTo>
                  <a:lnTo>
                    <a:pt x="15680" y="14313"/>
                  </a:lnTo>
                  <a:lnTo>
                    <a:pt x="16077" y="14274"/>
                  </a:lnTo>
                  <a:lnTo>
                    <a:pt x="16493" y="14174"/>
                  </a:lnTo>
                  <a:lnTo>
                    <a:pt x="16830" y="14075"/>
                  </a:lnTo>
                  <a:lnTo>
                    <a:pt x="17187" y="13956"/>
                  </a:lnTo>
                  <a:lnTo>
                    <a:pt x="17544" y="13818"/>
                  </a:lnTo>
                  <a:lnTo>
                    <a:pt x="17901" y="13659"/>
                  </a:lnTo>
                  <a:lnTo>
                    <a:pt x="18238" y="13461"/>
                  </a:lnTo>
                  <a:lnTo>
                    <a:pt x="18535" y="13263"/>
                  </a:lnTo>
                  <a:lnTo>
                    <a:pt x="18832" y="13025"/>
                  </a:lnTo>
                  <a:lnTo>
                    <a:pt x="18951" y="12886"/>
                  </a:lnTo>
                  <a:lnTo>
                    <a:pt x="19070" y="12747"/>
                  </a:lnTo>
                  <a:lnTo>
                    <a:pt x="19764" y="12727"/>
                  </a:lnTo>
                  <a:lnTo>
                    <a:pt x="20438" y="12727"/>
                  </a:lnTo>
                  <a:lnTo>
                    <a:pt x="21449" y="12708"/>
                  </a:lnTo>
                  <a:lnTo>
                    <a:pt x="22480" y="12628"/>
                  </a:lnTo>
                  <a:lnTo>
                    <a:pt x="23015" y="12608"/>
                  </a:lnTo>
                  <a:lnTo>
                    <a:pt x="23273" y="12608"/>
                  </a:lnTo>
                  <a:lnTo>
                    <a:pt x="23550" y="12648"/>
                  </a:lnTo>
                  <a:lnTo>
                    <a:pt x="23808" y="12668"/>
                  </a:lnTo>
                  <a:lnTo>
                    <a:pt x="23927" y="12668"/>
                  </a:lnTo>
                  <a:lnTo>
                    <a:pt x="24046" y="12648"/>
                  </a:lnTo>
                  <a:lnTo>
                    <a:pt x="24442" y="12668"/>
                  </a:lnTo>
                  <a:lnTo>
                    <a:pt x="24819" y="12688"/>
                  </a:lnTo>
                  <a:lnTo>
                    <a:pt x="24977" y="12688"/>
                  </a:lnTo>
                  <a:lnTo>
                    <a:pt x="25136" y="12708"/>
                  </a:lnTo>
                  <a:lnTo>
                    <a:pt x="25433" y="12787"/>
                  </a:lnTo>
                  <a:lnTo>
                    <a:pt x="25731" y="12886"/>
                  </a:lnTo>
                  <a:lnTo>
                    <a:pt x="26028" y="13005"/>
                  </a:lnTo>
                  <a:lnTo>
                    <a:pt x="26563" y="13263"/>
                  </a:lnTo>
                  <a:lnTo>
                    <a:pt x="27079" y="13520"/>
                  </a:lnTo>
                  <a:lnTo>
                    <a:pt x="27594" y="13778"/>
                  </a:lnTo>
                  <a:lnTo>
                    <a:pt x="28109" y="14036"/>
                  </a:lnTo>
                  <a:lnTo>
                    <a:pt x="29239" y="14591"/>
                  </a:lnTo>
                  <a:lnTo>
                    <a:pt x="30349" y="15146"/>
                  </a:lnTo>
                  <a:lnTo>
                    <a:pt x="30667" y="15324"/>
                  </a:lnTo>
                  <a:lnTo>
                    <a:pt x="31004" y="15542"/>
                  </a:lnTo>
                  <a:lnTo>
                    <a:pt x="31182" y="15622"/>
                  </a:lnTo>
                  <a:lnTo>
                    <a:pt x="31360" y="15681"/>
                  </a:lnTo>
                  <a:lnTo>
                    <a:pt x="31539" y="15721"/>
                  </a:lnTo>
                  <a:lnTo>
                    <a:pt x="31717" y="15721"/>
                  </a:lnTo>
                  <a:lnTo>
                    <a:pt x="31737" y="15701"/>
                  </a:lnTo>
                  <a:lnTo>
                    <a:pt x="31777" y="15681"/>
                  </a:lnTo>
                  <a:lnTo>
                    <a:pt x="31777" y="15622"/>
                  </a:lnTo>
                  <a:lnTo>
                    <a:pt x="31757" y="15562"/>
                  </a:lnTo>
                  <a:lnTo>
                    <a:pt x="31737" y="15542"/>
                  </a:lnTo>
                  <a:lnTo>
                    <a:pt x="31697" y="15542"/>
                  </a:lnTo>
                  <a:lnTo>
                    <a:pt x="31598" y="15522"/>
                  </a:lnTo>
                  <a:lnTo>
                    <a:pt x="31499" y="15483"/>
                  </a:lnTo>
                  <a:lnTo>
                    <a:pt x="31281" y="15384"/>
                  </a:lnTo>
                  <a:lnTo>
                    <a:pt x="31103" y="15285"/>
                  </a:lnTo>
                  <a:lnTo>
                    <a:pt x="30924" y="15166"/>
                  </a:lnTo>
                  <a:lnTo>
                    <a:pt x="30528" y="14948"/>
                  </a:lnTo>
                  <a:lnTo>
                    <a:pt x="30131" y="14749"/>
                  </a:lnTo>
                  <a:lnTo>
                    <a:pt x="29101" y="14234"/>
                  </a:lnTo>
                  <a:lnTo>
                    <a:pt x="28050" y="13719"/>
                  </a:lnTo>
                  <a:lnTo>
                    <a:pt x="27198" y="13302"/>
                  </a:lnTo>
                  <a:lnTo>
                    <a:pt x="26325" y="12866"/>
                  </a:lnTo>
                  <a:lnTo>
                    <a:pt x="26345" y="12846"/>
                  </a:lnTo>
                  <a:lnTo>
                    <a:pt x="26365" y="12807"/>
                  </a:lnTo>
                  <a:lnTo>
                    <a:pt x="26325" y="12727"/>
                  </a:lnTo>
                  <a:lnTo>
                    <a:pt x="26286" y="12648"/>
                  </a:lnTo>
                  <a:lnTo>
                    <a:pt x="26187" y="12490"/>
                  </a:lnTo>
                  <a:lnTo>
                    <a:pt x="26048" y="12351"/>
                  </a:lnTo>
                  <a:lnTo>
                    <a:pt x="25889" y="12212"/>
                  </a:lnTo>
                  <a:lnTo>
                    <a:pt x="25711" y="12093"/>
                  </a:lnTo>
                  <a:lnTo>
                    <a:pt x="25532" y="11974"/>
                  </a:lnTo>
                  <a:lnTo>
                    <a:pt x="25215" y="11796"/>
                  </a:lnTo>
                  <a:lnTo>
                    <a:pt x="24977" y="11677"/>
                  </a:lnTo>
                  <a:lnTo>
                    <a:pt x="25037" y="11657"/>
                  </a:lnTo>
                  <a:lnTo>
                    <a:pt x="25057" y="11617"/>
                  </a:lnTo>
                  <a:lnTo>
                    <a:pt x="25057" y="11558"/>
                  </a:lnTo>
                  <a:lnTo>
                    <a:pt x="25037" y="11498"/>
                  </a:lnTo>
                  <a:lnTo>
                    <a:pt x="24958" y="11439"/>
                  </a:lnTo>
                  <a:lnTo>
                    <a:pt x="24898" y="11360"/>
                  </a:lnTo>
                  <a:lnTo>
                    <a:pt x="24799" y="11201"/>
                  </a:lnTo>
                  <a:lnTo>
                    <a:pt x="24700" y="11042"/>
                  </a:lnTo>
                  <a:lnTo>
                    <a:pt x="24601" y="10884"/>
                  </a:lnTo>
                  <a:lnTo>
                    <a:pt x="24482" y="10745"/>
                  </a:lnTo>
                  <a:lnTo>
                    <a:pt x="24363" y="10626"/>
                  </a:lnTo>
                  <a:lnTo>
                    <a:pt x="24224" y="10527"/>
                  </a:lnTo>
                  <a:lnTo>
                    <a:pt x="24066" y="10428"/>
                  </a:lnTo>
                  <a:lnTo>
                    <a:pt x="23808" y="10289"/>
                  </a:lnTo>
                  <a:lnTo>
                    <a:pt x="23510" y="10190"/>
                  </a:lnTo>
                  <a:lnTo>
                    <a:pt x="23233" y="10111"/>
                  </a:lnTo>
                  <a:lnTo>
                    <a:pt x="22936" y="10051"/>
                  </a:lnTo>
                  <a:lnTo>
                    <a:pt x="22678" y="10012"/>
                  </a:lnTo>
                  <a:lnTo>
                    <a:pt x="22737" y="9635"/>
                  </a:lnTo>
                  <a:lnTo>
                    <a:pt x="22737" y="9278"/>
                  </a:lnTo>
                  <a:lnTo>
                    <a:pt x="22698" y="8921"/>
                  </a:lnTo>
                  <a:lnTo>
                    <a:pt x="22618" y="8565"/>
                  </a:lnTo>
                  <a:lnTo>
                    <a:pt x="22499" y="8228"/>
                  </a:lnTo>
                  <a:lnTo>
                    <a:pt x="22341" y="7891"/>
                  </a:lnTo>
                  <a:lnTo>
                    <a:pt x="22163" y="7593"/>
                  </a:lnTo>
                  <a:lnTo>
                    <a:pt x="21944" y="7296"/>
                  </a:lnTo>
                  <a:lnTo>
                    <a:pt x="21707" y="7018"/>
                  </a:lnTo>
                  <a:lnTo>
                    <a:pt x="21429" y="6780"/>
                  </a:lnTo>
                  <a:lnTo>
                    <a:pt x="21152" y="6562"/>
                  </a:lnTo>
                  <a:lnTo>
                    <a:pt x="20834" y="6364"/>
                  </a:lnTo>
                  <a:lnTo>
                    <a:pt x="20517" y="6206"/>
                  </a:lnTo>
                  <a:lnTo>
                    <a:pt x="20180" y="6067"/>
                  </a:lnTo>
                  <a:lnTo>
                    <a:pt x="19823" y="5988"/>
                  </a:lnTo>
                  <a:lnTo>
                    <a:pt x="19467" y="5928"/>
                  </a:lnTo>
                  <a:lnTo>
                    <a:pt x="19427" y="5928"/>
                  </a:lnTo>
                  <a:lnTo>
                    <a:pt x="19387" y="5948"/>
                  </a:lnTo>
                  <a:lnTo>
                    <a:pt x="19387" y="5988"/>
                  </a:lnTo>
                  <a:lnTo>
                    <a:pt x="19367" y="6027"/>
                  </a:lnTo>
                  <a:lnTo>
                    <a:pt x="19407" y="6424"/>
                  </a:lnTo>
                  <a:lnTo>
                    <a:pt x="19467" y="6820"/>
                  </a:lnTo>
                  <a:lnTo>
                    <a:pt x="19625" y="7613"/>
                  </a:lnTo>
                  <a:lnTo>
                    <a:pt x="19665" y="7752"/>
                  </a:lnTo>
                  <a:lnTo>
                    <a:pt x="19704" y="7871"/>
                  </a:lnTo>
                  <a:lnTo>
                    <a:pt x="19744" y="7990"/>
                  </a:lnTo>
                  <a:lnTo>
                    <a:pt x="19804" y="8089"/>
                  </a:lnTo>
                  <a:lnTo>
                    <a:pt x="19883" y="8188"/>
                  </a:lnTo>
                  <a:lnTo>
                    <a:pt x="19982" y="8267"/>
                  </a:lnTo>
                  <a:lnTo>
                    <a:pt x="20081" y="8346"/>
                  </a:lnTo>
                  <a:lnTo>
                    <a:pt x="20200" y="8426"/>
                  </a:lnTo>
                  <a:lnTo>
                    <a:pt x="20418" y="8545"/>
                  </a:lnTo>
                  <a:lnTo>
                    <a:pt x="20616" y="8703"/>
                  </a:lnTo>
                  <a:lnTo>
                    <a:pt x="20815" y="8882"/>
                  </a:lnTo>
                  <a:lnTo>
                    <a:pt x="20993" y="9060"/>
                  </a:lnTo>
                  <a:lnTo>
                    <a:pt x="21330" y="9417"/>
                  </a:lnTo>
                  <a:lnTo>
                    <a:pt x="21528" y="9595"/>
                  </a:lnTo>
                  <a:lnTo>
                    <a:pt x="21707" y="9754"/>
                  </a:lnTo>
                  <a:lnTo>
                    <a:pt x="21707" y="9754"/>
                  </a:lnTo>
                  <a:lnTo>
                    <a:pt x="21370" y="9675"/>
                  </a:lnTo>
                  <a:lnTo>
                    <a:pt x="21033" y="9615"/>
                  </a:lnTo>
                  <a:lnTo>
                    <a:pt x="20339" y="9496"/>
                  </a:lnTo>
                  <a:lnTo>
                    <a:pt x="20299" y="9476"/>
                  </a:lnTo>
                  <a:lnTo>
                    <a:pt x="19962" y="9298"/>
                  </a:lnTo>
                  <a:lnTo>
                    <a:pt x="19645" y="9080"/>
                  </a:lnTo>
                  <a:lnTo>
                    <a:pt x="19328" y="8862"/>
                  </a:lnTo>
                  <a:lnTo>
                    <a:pt x="19030" y="8644"/>
                  </a:lnTo>
                  <a:lnTo>
                    <a:pt x="18416" y="8188"/>
                  </a:lnTo>
                  <a:lnTo>
                    <a:pt x="18099" y="7970"/>
                  </a:lnTo>
                  <a:lnTo>
                    <a:pt x="17782" y="7772"/>
                  </a:lnTo>
                  <a:lnTo>
                    <a:pt x="17544" y="7633"/>
                  </a:lnTo>
                  <a:lnTo>
                    <a:pt x="17306" y="7534"/>
                  </a:lnTo>
                  <a:lnTo>
                    <a:pt x="17068" y="7435"/>
                  </a:lnTo>
                  <a:lnTo>
                    <a:pt x="16810" y="7355"/>
                  </a:lnTo>
                  <a:lnTo>
                    <a:pt x="16830" y="7316"/>
                  </a:lnTo>
                  <a:lnTo>
                    <a:pt x="16810" y="7117"/>
                  </a:lnTo>
                  <a:lnTo>
                    <a:pt x="16790" y="6899"/>
                  </a:lnTo>
                  <a:lnTo>
                    <a:pt x="16731" y="6681"/>
                  </a:lnTo>
                  <a:lnTo>
                    <a:pt x="16652" y="6463"/>
                  </a:lnTo>
                  <a:lnTo>
                    <a:pt x="16493" y="6047"/>
                  </a:lnTo>
                  <a:lnTo>
                    <a:pt x="16354" y="5651"/>
                  </a:lnTo>
                  <a:lnTo>
                    <a:pt x="16235" y="5314"/>
                  </a:lnTo>
                  <a:lnTo>
                    <a:pt x="16097" y="4977"/>
                  </a:lnTo>
                  <a:lnTo>
                    <a:pt x="16017" y="4818"/>
                  </a:lnTo>
                  <a:lnTo>
                    <a:pt x="15918" y="4679"/>
                  </a:lnTo>
                  <a:lnTo>
                    <a:pt x="15799" y="4540"/>
                  </a:lnTo>
                  <a:lnTo>
                    <a:pt x="15661" y="4441"/>
                  </a:lnTo>
                  <a:lnTo>
                    <a:pt x="15621" y="4422"/>
                  </a:lnTo>
                  <a:lnTo>
                    <a:pt x="15581" y="4422"/>
                  </a:lnTo>
                  <a:lnTo>
                    <a:pt x="15542" y="4441"/>
                  </a:lnTo>
                  <a:lnTo>
                    <a:pt x="15522" y="4481"/>
                  </a:lnTo>
                  <a:lnTo>
                    <a:pt x="15403" y="4739"/>
                  </a:lnTo>
                  <a:lnTo>
                    <a:pt x="15264" y="4996"/>
                  </a:lnTo>
                  <a:lnTo>
                    <a:pt x="15145" y="5254"/>
                  </a:lnTo>
                  <a:lnTo>
                    <a:pt x="15006" y="5492"/>
                  </a:lnTo>
                  <a:lnTo>
                    <a:pt x="14927" y="5750"/>
                  </a:lnTo>
                  <a:lnTo>
                    <a:pt x="14848" y="6007"/>
                  </a:lnTo>
                  <a:lnTo>
                    <a:pt x="14828" y="6146"/>
                  </a:lnTo>
                  <a:lnTo>
                    <a:pt x="14828" y="6285"/>
                  </a:lnTo>
                  <a:lnTo>
                    <a:pt x="14828" y="6424"/>
                  </a:lnTo>
                  <a:lnTo>
                    <a:pt x="14848" y="6582"/>
                  </a:lnTo>
                  <a:lnTo>
                    <a:pt x="14213" y="6305"/>
                  </a:lnTo>
                  <a:lnTo>
                    <a:pt x="13916" y="6166"/>
                  </a:lnTo>
                  <a:lnTo>
                    <a:pt x="13599" y="5988"/>
                  </a:lnTo>
                  <a:lnTo>
                    <a:pt x="13678" y="5730"/>
                  </a:lnTo>
                  <a:lnTo>
                    <a:pt x="13718" y="5452"/>
                  </a:lnTo>
                  <a:lnTo>
                    <a:pt x="13738" y="5155"/>
                  </a:lnTo>
                  <a:lnTo>
                    <a:pt x="13718" y="4877"/>
                  </a:lnTo>
                  <a:lnTo>
                    <a:pt x="13678" y="4600"/>
                  </a:lnTo>
                  <a:lnTo>
                    <a:pt x="13619" y="4322"/>
                  </a:lnTo>
                  <a:lnTo>
                    <a:pt x="13520" y="4065"/>
                  </a:lnTo>
                  <a:lnTo>
                    <a:pt x="13401" y="3807"/>
                  </a:lnTo>
                  <a:lnTo>
                    <a:pt x="13321" y="3708"/>
                  </a:lnTo>
                  <a:lnTo>
                    <a:pt x="13242" y="3609"/>
                  </a:lnTo>
                  <a:lnTo>
                    <a:pt x="13084" y="3430"/>
                  </a:lnTo>
                  <a:lnTo>
                    <a:pt x="12885" y="3272"/>
                  </a:lnTo>
                  <a:lnTo>
                    <a:pt x="12667" y="3133"/>
                  </a:lnTo>
                  <a:lnTo>
                    <a:pt x="12033" y="2756"/>
                  </a:lnTo>
                  <a:lnTo>
                    <a:pt x="11399" y="2419"/>
                  </a:lnTo>
                  <a:lnTo>
                    <a:pt x="11359" y="2400"/>
                  </a:lnTo>
                  <a:lnTo>
                    <a:pt x="11319" y="2419"/>
                  </a:lnTo>
                  <a:lnTo>
                    <a:pt x="11299" y="2459"/>
                  </a:lnTo>
                  <a:lnTo>
                    <a:pt x="11280" y="2499"/>
                  </a:lnTo>
                  <a:lnTo>
                    <a:pt x="11280" y="2895"/>
                  </a:lnTo>
                  <a:lnTo>
                    <a:pt x="11319" y="3311"/>
                  </a:lnTo>
                  <a:lnTo>
                    <a:pt x="11359" y="3708"/>
                  </a:lnTo>
                  <a:lnTo>
                    <a:pt x="11438" y="4104"/>
                  </a:lnTo>
                  <a:lnTo>
                    <a:pt x="11498" y="4322"/>
                  </a:lnTo>
                  <a:lnTo>
                    <a:pt x="11577" y="4560"/>
                  </a:lnTo>
                  <a:lnTo>
                    <a:pt x="11002" y="4085"/>
                  </a:lnTo>
                  <a:lnTo>
                    <a:pt x="11022" y="4025"/>
                  </a:lnTo>
                  <a:lnTo>
                    <a:pt x="11042" y="3966"/>
                  </a:lnTo>
                  <a:lnTo>
                    <a:pt x="11042" y="3827"/>
                  </a:lnTo>
                  <a:lnTo>
                    <a:pt x="11022" y="3648"/>
                  </a:lnTo>
                  <a:lnTo>
                    <a:pt x="10962" y="3470"/>
                  </a:lnTo>
                  <a:lnTo>
                    <a:pt x="10883" y="3292"/>
                  </a:lnTo>
                  <a:lnTo>
                    <a:pt x="10764" y="3093"/>
                  </a:lnTo>
                  <a:lnTo>
                    <a:pt x="10507" y="2697"/>
                  </a:lnTo>
                  <a:lnTo>
                    <a:pt x="10209" y="2300"/>
                  </a:lnTo>
                  <a:lnTo>
                    <a:pt x="9932" y="1944"/>
                  </a:lnTo>
                  <a:lnTo>
                    <a:pt x="9555" y="1508"/>
                  </a:lnTo>
                  <a:lnTo>
                    <a:pt x="9258" y="1190"/>
                  </a:lnTo>
                  <a:lnTo>
                    <a:pt x="8960" y="913"/>
                  </a:lnTo>
                  <a:lnTo>
                    <a:pt x="8623" y="675"/>
                  </a:lnTo>
                  <a:lnTo>
                    <a:pt x="8425" y="556"/>
                  </a:lnTo>
                  <a:lnTo>
                    <a:pt x="8247" y="457"/>
                  </a:lnTo>
                  <a:lnTo>
                    <a:pt x="7989" y="338"/>
                  </a:lnTo>
                  <a:lnTo>
                    <a:pt x="7731" y="219"/>
                  </a:lnTo>
                  <a:lnTo>
                    <a:pt x="7454" y="120"/>
                  </a:lnTo>
                  <a:lnTo>
                    <a:pt x="7176" y="60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18175" y="872963"/>
              <a:ext cx="96150" cy="4975"/>
            </a:xfrm>
            <a:custGeom>
              <a:rect b="b" l="l" r="r" t="t"/>
              <a:pathLst>
                <a:path extrusionOk="0" h="199" w="3846">
                  <a:moveTo>
                    <a:pt x="496" y="0"/>
                  </a:moveTo>
                  <a:lnTo>
                    <a:pt x="20" y="40"/>
                  </a:lnTo>
                  <a:lnTo>
                    <a:pt x="0" y="60"/>
                  </a:lnTo>
                  <a:lnTo>
                    <a:pt x="0" y="79"/>
                  </a:lnTo>
                  <a:lnTo>
                    <a:pt x="20" y="99"/>
                  </a:lnTo>
                  <a:lnTo>
                    <a:pt x="40" y="99"/>
                  </a:lnTo>
                  <a:lnTo>
                    <a:pt x="278" y="79"/>
                  </a:lnTo>
                  <a:lnTo>
                    <a:pt x="991" y="79"/>
                  </a:lnTo>
                  <a:lnTo>
                    <a:pt x="1467" y="119"/>
                  </a:lnTo>
                  <a:lnTo>
                    <a:pt x="1943" y="159"/>
                  </a:lnTo>
                  <a:lnTo>
                    <a:pt x="2419" y="178"/>
                  </a:lnTo>
                  <a:lnTo>
                    <a:pt x="2894" y="198"/>
                  </a:lnTo>
                  <a:lnTo>
                    <a:pt x="3132" y="178"/>
                  </a:lnTo>
                  <a:lnTo>
                    <a:pt x="3370" y="159"/>
                  </a:lnTo>
                  <a:lnTo>
                    <a:pt x="3608" y="119"/>
                  </a:lnTo>
                  <a:lnTo>
                    <a:pt x="3846" y="60"/>
                  </a:lnTo>
                  <a:lnTo>
                    <a:pt x="3846" y="40"/>
                  </a:lnTo>
                  <a:lnTo>
                    <a:pt x="3826" y="40"/>
                  </a:lnTo>
                  <a:lnTo>
                    <a:pt x="3350" y="79"/>
                  </a:lnTo>
                  <a:lnTo>
                    <a:pt x="2875" y="79"/>
                  </a:lnTo>
                  <a:lnTo>
                    <a:pt x="2399" y="60"/>
                  </a:lnTo>
                  <a:lnTo>
                    <a:pt x="1923" y="40"/>
                  </a:lnTo>
                  <a:lnTo>
                    <a:pt x="1447" y="20"/>
                  </a:lnTo>
                  <a:lnTo>
                    <a:pt x="9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102100" y="927463"/>
              <a:ext cx="120925" cy="32725"/>
            </a:xfrm>
            <a:custGeom>
              <a:rect b="b" l="l" r="r" t="t"/>
              <a:pathLst>
                <a:path extrusionOk="0" h="1309" w="4837">
                  <a:moveTo>
                    <a:pt x="4797" y="1"/>
                  </a:moveTo>
                  <a:lnTo>
                    <a:pt x="4282" y="80"/>
                  </a:lnTo>
                  <a:lnTo>
                    <a:pt x="4024" y="139"/>
                  </a:lnTo>
                  <a:lnTo>
                    <a:pt x="3786" y="199"/>
                  </a:lnTo>
                  <a:lnTo>
                    <a:pt x="3489" y="298"/>
                  </a:lnTo>
                  <a:lnTo>
                    <a:pt x="3192" y="437"/>
                  </a:lnTo>
                  <a:lnTo>
                    <a:pt x="2914" y="556"/>
                  </a:lnTo>
                  <a:lnTo>
                    <a:pt x="2617" y="675"/>
                  </a:lnTo>
                  <a:lnTo>
                    <a:pt x="2300" y="793"/>
                  </a:lnTo>
                  <a:lnTo>
                    <a:pt x="1982" y="893"/>
                  </a:lnTo>
                  <a:lnTo>
                    <a:pt x="1665" y="992"/>
                  </a:lnTo>
                  <a:lnTo>
                    <a:pt x="1348" y="1071"/>
                  </a:lnTo>
                  <a:lnTo>
                    <a:pt x="1031" y="1130"/>
                  </a:lnTo>
                  <a:lnTo>
                    <a:pt x="694" y="1190"/>
                  </a:lnTo>
                  <a:lnTo>
                    <a:pt x="357" y="1230"/>
                  </a:lnTo>
                  <a:lnTo>
                    <a:pt x="40" y="1249"/>
                  </a:lnTo>
                  <a:lnTo>
                    <a:pt x="20" y="1249"/>
                  </a:lnTo>
                  <a:lnTo>
                    <a:pt x="0" y="1289"/>
                  </a:lnTo>
                  <a:lnTo>
                    <a:pt x="20" y="1309"/>
                  </a:lnTo>
                  <a:lnTo>
                    <a:pt x="40" y="1309"/>
                  </a:lnTo>
                  <a:lnTo>
                    <a:pt x="634" y="1269"/>
                  </a:lnTo>
                  <a:lnTo>
                    <a:pt x="1229" y="1190"/>
                  </a:lnTo>
                  <a:lnTo>
                    <a:pt x="1804" y="1051"/>
                  </a:lnTo>
                  <a:lnTo>
                    <a:pt x="2399" y="893"/>
                  </a:lnTo>
                  <a:lnTo>
                    <a:pt x="2696" y="774"/>
                  </a:lnTo>
                  <a:lnTo>
                    <a:pt x="2993" y="655"/>
                  </a:lnTo>
                  <a:lnTo>
                    <a:pt x="3568" y="397"/>
                  </a:lnTo>
                  <a:lnTo>
                    <a:pt x="3727" y="338"/>
                  </a:lnTo>
                  <a:lnTo>
                    <a:pt x="3885" y="298"/>
                  </a:lnTo>
                  <a:lnTo>
                    <a:pt x="4203" y="238"/>
                  </a:lnTo>
                  <a:lnTo>
                    <a:pt x="4520" y="159"/>
                  </a:lnTo>
                  <a:lnTo>
                    <a:pt x="4678" y="120"/>
                  </a:lnTo>
                  <a:lnTo>
                    <a:pt x="4817" y="40"/>
                  </a:lnTo>
                  <a:lnTo>
                    <a:pt x="4837" y="20"/>
                  </a:lnTo>
                  <a:lnTo>
                    <a:pt x="48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169500" y="620213"/>
              <a:ext cx="99125" cy="79800"/>
            </a:xfrm>
            <a:custGeom>
              <a:rect b="b" l="l" r="r" t="t"/>
              <a:pathLst>
                <a:path extrusionOk="0" h="3192" w="3965">
                  <a:moveTo>
                    <a:pt x="20" y="0"/>
                  </a:moveTo>
                  <a:lnTo>
                    <a:pt x="0" y="20"/>
                  </a:lnTo>
                  <a:lnTo>
                    <a:pt x="0" y="60"/>
                  </a:lnTo>
                  <a:lnTo>
                    <a:pt x="456" y="476"/>
                  </a:lnTo>
                  <a:lnTo>
                    <a:pt x="912" y="872"/>
                  </a:lnTo>
                  <a:lnTo>
                    <a:pt x="1864" y="1646"/>
                  </a:lnTo>
                  <a:lnTo>
                    <a:pt x="2101" y="1864"/>
                  </a:lnTo>
                  <a:lnTo>
                    <a:pt x="2339" y="2082"/>
                  </a:lnTo>
                  <a:lnTo>
                    <a:pt x="2795" y="2538"/>
                  </a:lnTo>
                  <a:lnTo>
                    <a:pt x="3053" y="2736"/>
                  </a:lnTo>
                  <a:lnTo>
                    <a:pt x="3311" y="2914"/>
                  </a:lnTo>
                  <a:lnTo>
                    <a:pt x="3588" y="3073"/>
                  </a:lnTo>
                  <a:lnTo>
                    <a:pt x="3747" y="3132"/>
                  </a:lnTo>
                  <a:lnTo>
                    <a:pt x="3905" y="3192"/>
                  </a:lnTo>
                  <a:lnTo>
                    <a:pt x="3945" y="3172"/>
                  </a:lnTo>
                  <a:lnTo>
                    <a:pt x="3965" y="3152"/>
                  </a:lnTo>
                  <a:lnTo>
                    <a:pt x="3965" y="3112"/>
                  </a:lnTo>
                  <a:lnTo>
                    <a:pt x="3945" y="3073"/>
                  </a:lnTo>
                  <a:lnTo>
                    <a:pt x="3667" y="2954"/>
                  </a:lnTo>
                  <a:lnTo>
                    <a:pt x="3410" y="2795"/>
                  </a:lnTo>
                  <a:lnTo>
                    <a:pt x="3172" y="2617"/>
                  </a:lnTo>
                  <a:lnTo>
                    <a:pt x="2934" y="2438"/>
                  </a:lnTo>
                  <a:lnTo>
                    <a:pt x="2498" y="2042"/>
                  </a:lnTo>
                  <a:lnTo>
                    <a:pt x="2042" y="1626"/>
                  </a:lnTo>
                  <a:lnTo>
                    <a:pt x="1546" y="1229"/>
                  </a:lnTo>
                  <a:lnTo>
                    <a:pt x="1051" y="833"/>
                  </a:lnTo>
                  <a:lnTo>
                    <a:pt x="535" y="436"/>
                  </a:lnTo>
                  <a:lnTo>
                    <a:pt x="298" y="218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153650" y="747063"/>
              <a:ext cx="111025" cy="15400"/>
            </a:xfrm>
            <a:custGeom>
              <a:rect b="b" l="l" r="r" t="t"/>
              <a:pathLst>
                <a:path extrusionOk="0" h="616" w="4441">
                  <a:moveTo>
                    <a:pt x="3152" y="1"/>
                  </a:moveTo>
                  <a:lnTo>
                    <a:pt x="2875" y="41"/>
                  </a:lnTo>
                  <a:lnTo>
                    <a:pt x="2359" y="80"/>
                  </a:lnTo>
                  <a:lnTo>
                    <a:pt x="1804" y="120"/>
                  </a:lnTo>
                  <a:lnTo>
                    <a:pt x="1507" y="140"/>
                  </a:lnTo>
                  <a:lnTo>
                    <a:pt x="1230" y="179"/>
                  </a:lnTo>
                  <a:lnTo>
                    <a:pt x="1071" y="219"/>
                  </a:lnTo>
                  <a:lnTo>
                    <a:pt x="932" y="259"/>
                  </a:lnTo>
                  <a:lnTo>
                    <a:pt x="635" y="378"/>
                  </a:lnTo>
                  <a:lnTo>
                    <a:pt x="338" y="477"/>
                  </a:lnTo>
                  <a:lnTo>
                    <a:pt x="179" y="516"/>
                  </a:lnTo>
                  <a:lnTo>
                    <a:pt x="20" y="536"/>
                  </a:lnTo>
                  <a:lnTo>
                    <a:pt x="1" y="556"/>
                  </a:lnTo>
                  <a:lnTo>
                    <a:pt x="1" y="576"/>
                  </a:lnTo>
                  <a:lnTo>
                    <a:pt x="1" y="596"/>
                  </a:lnTo>
                  <a:lnTo>
                    <a:pt x="20" y="615"/>
                  </a:lnTo>
                  <a:lnTo>
                    <a:pt x="219" y="596"/>
                  </a:lnTo>
                  <a:lnTo>
                    <a:pt x="397" y="556"/>
                  </a:lnTo>
                  <a:lnTo>
                    <a:pt x="595" y="497"/>
                  </a:lnTo>
                  <a:lnTo>
                    <a:pt x="774" y="437"/>
                  </a:lnTo>
                  <a:lnTo>
                    <a:pt x="932" y="378"/>
                  </a:lnTo>
                  <a:lnTo>
                    <a:pt x="1091" y="338"/>
                  </a:lnTo>
                  <a:lnTo>
                    <a:pt x="1428" y="278"/>
                  </a:lnTo>
                  <a:lnTo>
                    <a:pt x="1745" y="239"/>
                  </a:lnTo>
                  <a:lnTo>
                    <a:pt x="2082" y="239"/>
                  </a:lnTo>
                  <a:lnTo>
                    <a:pt x="3252" y="160"/>
                  </a:lnTo>
                  <a:lnTo>
                    <a:pt x="3549" y="160"/>
                  </a:lnTo>
                  <a:lnTo>
                    <a:pt x="3826" y="179"/>
                  </a:lnTo>
                  <a:lnTo>
                    <a:pt x="4401" y="278"/>
                  </a:lnTo>
                  <a:lnTo>
                    <a:pt x="4421" y="278"/>
                  </a:lnTo>
                  <a:lnTo>
                    <a:pt x="4441" y="259"/>
                  </a:lnTo>
                  <a:lnTo>
                    <a:pt x="4441" y="239"/>
                  </a:lnTo>
                  <a:lnTo>
                    <a:pt x="4421" y="219"/>
                  </a:lnTo>
                  <a:lnTo>
                    <a:pt x="4322" y="160"/>
                  </a:lnTo>
                  <a:lnTo>
                    <a:pt x="4203" y="100"/>
                  </a:lnTo>
                  <a:lnTo>
                    <a:pt x="3945" y="41"/>
                  </a:lnTo>
                  <a:lnTo>
                    <a:pt x="36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0350" y="783263"/>
              <a:ext cx="35700" cy="36200"/>
            </a:xfrm>
            <a:custGeom>
              <a:rect b="b" l="l" r="r" t="t"/>
              <a:pathLst>
                <a:path extrusionOk="0" h="1448" w="1428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238" y="456"/>
                  </a:lnTo>
                  <a:lnTo>
                    <a:pt x="397" y="694"/>
                  </a:lnTo>
                  <a:lnTo>
                    <a:pt x="555" y="912"/>
                  </a:lnTo>
                  <a:lnTo>
                    <a:pt x="734" y="1110"/>
                  </a:lnTo>
                  <a:lnTo>
                    <a:pt x="952" y="1269"/>
                  </a:lnTo>
                  <a:lnTo>
                    <a:pt x="1051" y="1328"/>
                  </a:lnTo>
                  <a:lnTo>
                    <a:pt x="1170" y="1388"/>
                  </a:lnTo>
                  <a:lnTo>
                    <a:pt x="1269" y="1427"/>
                  </a:lnTo>
                  <a:lnTo>
                    <a:pt x="1388" y="1447"/>
                  </a:lnTo>
                  <a:lnTo>
                    <a:pt x="1408" y="1447"/>
                  </a:lnTo>
                  <a:lnTo>
                    <a:pt x="1427" y="1427"/>
                  </a:lnTo>
                  <a:lnTo>
                    <a:pt x="1427" y="1407"/>
                  </a:lnTo>
                  <a:lnTo>
                    <a:pt x="1408" y="1388"/>
                  </a:lnTo>
                  <a:lnTo>
                    <a:pt x="1031" y="1150"/>
                  </a:lnTo>
                  <a:lnTo>
                    <a:pt x="853" y="1031"/>
                  </a:lnTo>
                  <a:lnTo>
                    <a:pt x="694" y="872"/>
                  </a:lnTo>
                  <a:lnTo>
                    <a:pt x="516" y="674"/>
                  </a:lnTo>
                  <a:lnTo>
                    <a:pt x="337" y="456"/>
                  </a:lnTo>
                  <a:lnTo>
                    <a:pt x="198" y="238"/>
                  </a:lnTo>
                  <a:lnTo>
                    <a:pt x="6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63450" y="814963"/>
              <a:ext cx="45625" cy="10925"/>
            </a:xfrm>
            <a:custGeom>
              <a:rect b="b" l="l" r="r" t="t"/>
              <a:pathLst>
                <a:path extrusionOk="0" h="437" w="1825">
                  <a:moveTo>
                    <a:pt x="1804" y="1"/>
                  </a:moveTo>
                  <a:lnTo>
                    <a:pt x="1388" y="179"/>
                  </a:lnTo>
                  <a:lnTo>
                    <a:pt x="1170" y="258"/>
                  </a:lnTo>
                  <a:lnTo>
                    <a:pt x="932" y="338"/>
                  </a:lnTo>
                  <a:lnTo>
                    <a:pt x="714" y="377"/>
                  </a:lnTo>
                  <a:lnTo>
                    <a:pt x="496" y="377"/>
                  </a:lnTo>
                  <a:lnTo>
                    <a:pt x="258" y="358"/>
                  </a:lnTo>
                  <a:lnTo>
                    <a:pt x="139" y="318"/>
                  </a:lnTo>
                  <a:lnTo>
                    <a:pt x="40" y="278"/>
                  </a:lnTo>
                  <a:lnTo>
                    <a:pt x="0" y="278"/>
                  </a:lnTo>
                  <a:lnTo>
                    <a:pt x="0" y="298"/>
                  </a:lnTo>
                  <a:lnTo>
                    <a:pt x="20" y="318"/>
                  </a:lnTo>
                  <a:lnTo>
                    <a:pt x="119" y="358"/>
                  </a:lnTo>
                  <a:lnTo>
                    <a:pt x="238" y="397"/>
                  </a:lnTo>
                  <a:lnTo>
                    <a:pt x="456" y="437"/>
                  </a:lnTo>
                  <a:lnTo>
                    <a:pt x="714" y="437"/>
                  </a:lnTo>
                  <a:lnTo>
                    <a:pt x="952" y="417"/>
                  </a:lnTo>
                  <a:lnTo>
                    <a:pt x="1190" y="338"/>
                  </a:lnTo>
                  <a:lnTo>
                    <a:pt x="1428" y="258"/>
                  </a:lnTo>
                  <a:lnTo>
                    <a:pt x="1646" y="159"/>
                  </a:lnTo>
                  <a:lnTo>
                    <a:pt x="1824" y="21"/>
                  </a:lnTo>
                  <a:lnTo>
                    <a:pt x="18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025" y="811013"/>
              <a:ext cx="73375" cy="15375"/>
            </a:xfrm>
            <a:custGeom>
              <a:rect b="b" l="l" r="r" t="t"/>
              <a:pathLst>
                <a:path extrusionOk="0" h="615" w="2935">
                  <a:moveTo>
                    <a:pt x="21" y="0"/>
                  </a:moveTo>
                  <a:lnTo>
                    <a:pt x="1" y="40"/>
                  </a:lnTo>
                  <a:lnTo>
                    <a:pt x="1" y="60"/>
                  </a:lnTo>
                  <a:lnTo>
                    <a:pt x="21" y="99"/>
                  </a:lnTo>
                  <a:lnTo>
                    <a:pt x="159" y="159"/>
                  </a:lnTo>
                  <a:lnTo>
                    <a:pt x="318" y="198"/>
                  </a:lnTo>
                  <a:lnTo>
                    <a:pt x="477" y="218"/>
                  </a:lnTo>
                  <a:lnTo>
                    <a:pt x="635" y="218"/>
                  </a:lnTo>
                  <a:lnTo>
                    <a:pt x="1289" y="238"/>
                  </a:lnTo>
                  <a:lnTo>
                    <a:pt x="1488" y="258"/>
                  </a:lnTo>
                  <a:lnTo>
                    <a:pt x="1686" y="317"/>
                  </a:lnTo>
                  <a:lnTo>
                    <a:pt x="2082" y="456"/>
                  </a:lnTo>
                  <a:lnTo>
                    <a:pt x="2280" y="516"/>
                  </a:lnTo>
                  <a:lnTo>
                    <a:pt x="2479" y="575"/>
                  </a:lnTo>
                  <a:lnTo>
                    <a:pt x="2677" y="615"/>
                  </a:lnTo>
                  <a:lnTo>
                    <a:pt x="2895" y="615"/>
                  </a:lnTo>
                  <a:lnTo>
                    <a:pt x="2915" y="595"/>
                  </a:lnTo>
                  <a:lnTo>
                    <a:pt x="2935" y="575"/>
                  </a:lnTo>
                  <a:lnTo>
                    <a:pt x="2915" y="555"/>
                  </a:lnTo>
                  <a:lnTo>
                    <a:pt x="2895" y="535"/>
                  </a:lnTo>
                  <a:lnTo>
                    <a:pt x="2162" y="317"/>
                  </a:lnTo>
                  <a:lnTo>
                    <a:pt x="1428" y="99"/>
                  </a:lnTo>
                  <a:lnTo>
                    <a:pt x="1250" y="79"/>
                  </a:lnTo>
                  <a:lnTo>
                    <a:pt x="1091" y="60"/>
                  </a:lnTo>
                  <a:lnTo>
                    <a:pt x="734" y="79"/>
                  </a:lnTo>
                  <a:lnTo>
                    <a:pt x="397" y="79"/>
                  </a:lnTo>
                  <a:lnTo>
                    <a:pt x="219" y="6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6975" y="740638"/>
              <a:ext cx="6950" cy="35700"/>
            </a:xfrm>
            <a:custGeom>
              <a:rect b="b" l="l" r="r" t="t"/>
              <a:pathLst>
                <a:path extrusionOk="0" h="1428" w="278">
                  <a:moveTo>
                    <a:pt x="139" y="0"/>
                  </a:moveTo>
                  <a:lnTo>
                    <a:pt x="99" y="20"/>
                  </a:lnTo>
                  <a:lnTo>
                    <a:pt x="99" y="40"/>
                  </a:lnTo>
                  <a:lnTo>
                    <a:pt x="40" y="198"/>
                  </a:lnTo>
                  <a:lnTo>
                    <a:pt x="20" y="377"/>
                  </a:lnTo>
                  <a:lnTo>
                    <a:pt x="0" y="555"/>
                  </a:lnTo>
                  <a:lnTo>
                    <a:pt x="20" y="734"/>
                  </a:lnTo>
                  <a:lnTo>
                    <a:pt x="40" y="932"/>
                  </a:lnTo>
                  <a:lnTo>
                    <a:pt x="80" y="1091"/>
                  </a:lnTo>
                  <a:lnTo>
                    <a:pt x="139" y="1269"/>
                  </a:lnTo>
                  <a:lnTo>
                    <a:pt x="218" y="1408"/>
                  </a:lnTo>
                  <a:lnTo>
                    <a:pt x="238" y="1428"/>
                  </a:lnTo>
                  <a:lnTo>
                    <a:pt x="258" y="1428"/>
                  </a:lnTo>
                  <a:lnTo>
                    <a:pt x="278" y="1408"/>
                  </a:lnTo>
                  <a:lnTo>
                    <a:pt x="278" y="1388"/>
                  </a:lnTo>
                  <a:lnTo>
                    <a:pt x="218" y="1209"/>
                  </a:lnTo>
                  <a:lnTo>
                    <a:pt x="159" y="1011"/>
                  </a:lnTo>
                  <a:lnTo>
                    <a:pt x="139" y="813"/>
                  </a:lnTo>
                  <a:lnTo>
                    <a:pt x="139" y="615"/>
                  </a:lnTo>
                  <a:lnTo>
                    <a:pt x="179" y="337"/>
                  </a:lnTo>
                  <a:lnTo>
                    <a:pt x="179" y="179"/>
                  </a:lnTo>
                  <a:lnTo>
                    <a:pt x="159" y="40"/>
                  </a:lnTo>
                  <a:lnTo>
                    <a:pt x="159" y="20"/>
                  </a:lnTo>
                  <a:lnTo>
                    <a:pt x="1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24275" y="940338"/>
              <a:ext cx="34700" cy="13425"/>
            </a:xfrm>
            <a:custGeom>
              <a:rect b="b" l="l" r="r" t="t"/>
              <a:pathLst>
                <a:path extrusionOk="0" h="537" w="1388">
                  <a:moveTo>
                    <a:pt x="20" y="1"/>
                  </a:moveTo>
                  <a:lnTo>
                    <a:pt x="0" y="21"/>
                  </a:lnTo>
                  <a:lnTo>
                    <a:pt x="0" y="41"/>
                  </a:lnTo>
                  <a:lnTo>
                    <a:pt x="20" y="60"/>
                  </a:lnTo>
                  <a:lnTo>
                    <a:pt x="674" y="338"/>
                  </a:lnTo>
                  <a:lnTo>
                    <a:pt x="1011" y="457"/>
                  </a:lnTo>
                  <a:lnTo>
                    <a:pt x="1348" y="536"/>
                  </a:lnTo>
                  <a:lnTo>
                    <a:pt x="1368" y="536"/>
                  </a:lnTo>
                  <a:lnTo>
                    <a:pt x="1388" y="516"/>
                  </a:lnTo>
                  <a:lnTo>
                    <a:pt x="1388" y="497"/>
                  </a:lnTo>
                  <a:lnTo>
                    <a:pt x="1368" y="477"/>
                  </a:lnTo>
                  <a:lnTo>
                    <a:pt x="1051" y="338"/>
                  </a:lnTo>
                  <a:lnTo>
                    <a:pt x="714" y="219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550" y="943313"/>
              <a:ext cx="25275" cy="8450"/>
            </a:xfrm>
            <a:custGeom>
              <a:rect b="b" l="l" r="r" t="t"/>
              <a:pathLst>
                <a:path extrusionOk="0" h="338" w="1011">
                  <a:moveTo>
                    <a:pt x="20" y="1"/>
                  </a:moveTo>
                  <a:lnTo>
                    <a:pt x="0" y="41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258" y="179"/>
                  </a:lnTo>
                  <a:lnTo>
                    <a:pt x="496" y="259"/>
                  </a:lnTo>
                  <a:lnTo>
                    <a:pt x="733" y="318"/>
                  </a:lnTo>
                  <a:lnTo>
                    <a:pt x="872" y="338"/>
                  </a:lnTo>
                  <a:lnTo>
                    <a:pt x="991" y="318"/>
                  </a:lnTo>
                  <a:lnTo>
                    <a:pt x="1011" y="318"/>
                  </a:lnTo>
                  <a:lnTo>
                    <a:pt x="1011" y="298"/>
                  </a:lnTo>
                  <a:lnTo>
                    <a:pt x="1011" y="278"/>
                  </a:lnTo>
                  <a:lnTo>
                    <a:pt x="991" y="278"/>
                  </a:lnTo>
                  <a:lnTo>
                    <a:pt x="753" y="239"/>
                  </a:lnTo>
                  <a:lnTo>
                    <a:pt x="515" y="179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8375" y="940838"/>
              <a:ext cx="21325" cy="6975"/>
            </a:xfrm>
            <a:custGeom>
              <a:rect b="b" l="l" r="r" t="t"/>
              <a:pathLst>
                <a:path extrusionOk="0" h="279" w="853">
                  <a:moveTo>
                    <a:pt x="20" y="1"/>
                  </a:moveTo>
                  <a:lnTo>
                    <a:pt x="0" y="21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218" y="159"/>
                  </a:lnTo>
                  <a:lnTo>
                    <a:pt x="417" y="239"/>
                  </a:lnTo>
                  <a:lnTo>
                    <a:pt x="536" y="258"/>
                  </a:lnTo>
                  <a:lnTo>
                    <a:pt x="635" y="278"/>
                  </a:lnTo>
                  <a:lnTo>
                    <a:pt x="734" y="258"/>
                  </a:lnTo>
                  <a:lnTo>
                    <a:pt x="833" y="219"/>
                  </a:lnTo>
                  <a:lnTo>
                    <a:pt x="853" y="199"/>
                  </a:lnTo>
                  <a:lnTo>
                    <a:pt x="853" y="179"/>
                  </a:lnTo>
                  <a:lnTo>
                    <a:pt x="833" y="159"/>
                  </a:lnTo>
                  <a:lnTo>
                    <a:pt x="615" y="159"/>
                  </a:lnTo>
                  <a:lnTo>
                    <a:pt x="417" y="120"/>
                  </a:lnTo>
                  <a:lnTo>
                    <a:pt x="238" y="80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5225" y="936388"/>
              <a:ext cx="14875" cy="4475"/>
            </a:xfrm>
            <a:custGeom>
              <a:rect b="b" l="l" r="r" t="t"/>
              <a:pathLst>
                <a:path extrusionOk="0" h="179" w="595">
                  <a:moveTo>
                    <a:pt x="20" y="0"/>
                  </a:moveTo>
                  <a:lnTo>
                    <a:pt x="0" y="40"/>
                  </a:lnTo>
                  <a:lnTo>
                    <a:pt x="0" y="60"/>
                  </a:lnTo>
                  <a:lnTo>
                    <a:pt x="20" y="80"/>
                  </a:lnTo>
                  <a:lnTo>
                    <a:pt x="298" y="159"/>
                  </a:lnTo>
                  <a:lnTo>
                    <a:pt x="436" y="179"/>
                  </a:lnTo>
                  <a:lnTo>
                    <a:pt x="555" y="179"/>
                  </a:lnTo>
                  <a:lnTo>
                    <a:pt x="575" y="159"/>
                  </a:lnTo>
                  <a:lnTo>
                    <a:pt x="595" y="139"/>
                  </a:lnTo>
                  <a:lnTo>
                    <a:pt x="575" y="119"/>
                  </a:lnTo>
                  <a:lnTo>
                    <a:pt x="456" y="100"/>
                  </a:lnTo>
                  <a:lnTo>
                    <a:pt x="357" y="80"/>
                  </a:lnTo>
                  <a:lnTo>
                    <a:pt x="198" y="4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31725" y="875438"/>
              <a:ext cx="82775" cy="32225"/>
            </a:xfrm>
            <a:custGeom>
              <a:rect b="b" l="l" r="r" t="t"/>
              <a:pathLst>
                <a:path extrusionOk="0" h="1289" w="3311">
                  <a:moveTo>
                    <a:pt x="20" y="0"/>
                  </a:moveTo>
                  <a:lnTo>
                    <a:pt x="0" y="20"/>
                  </a:lnTo>
                  <a:lnTo>
                    <a:pt x="0" y="40"/>
                  </a:lnTo>
                  <a:lnTo>
                    <a:pt x="20" y="60"/>
                  </a:lnTo>
                  <a:lnTo>
                    <a:pt x="456" y="179"/>
                  </a:lnTo>
                  <a:lnTo>
                    <a:pt x="892" y="317"/>
                  </a:lnTo>
                  <a:lnTo>
                    <a:pt x="1328" y="476"/>
                  </a:lnTo>
                  <a:lnTo>
                    <a:pt x="1744" y="654"/>
                  </a:lnTo>
                  <a:lnTo>
                    <a:pt x="2498" y="1011"/>
                  </a:lnTo>
                  <a:lnTo>
                    <a:pt x="2874" y="1190"/>
                  </a:lnTo>
                  <a:lnTo>
                    <a:pt x="3073" y="1249"/>
                  </a:lnTo>
                  <a:lnTo>
                    <a:pt x="3271" y="1289"/>
                  </a:lnTo>
                  <a:lnTo>
                    <a:pt x="3310" y="1289"/>
                  </a:lnTo>
                  <a:lnTo>
                    <a:pt x="3310" y="1269"/>
                  </a:lnTo>
                  <a:lnTo>
                    <a:pt x="3310" y="1249"/>
                  </a:lnTo>
                  <a:lnTo>
                    <a:pt x="3310" y="1229"/>
                  </a:lnTo>
                  <a:lnTo>
                    <a:pt x="2934" y="1051"/>
                  </a:lnTo>
                  <a:lnTo>
                    <a:pt x="2557" y="872"/>
                  </a:lnTo>
                  <a:lnTo>
                    <a:pt x="1764" y="575"/>
                  </a:lnTo>
                  <a:lnTo>
                    <a:pt x="1348" y="397"/>
                  </a:lnTo>
                  <a:lnTo>
                    <a:pt x="912" y="238"/>
                  </a:lnTo>
                  <a:lnTo>
                    <a:pt x="476" y="9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2700" y="883363"/>
              <a:ext cx="15875" cy="5975"/>
            </a:xfrm>
            <a:custGeom>
              <a:rect b="b" l="l" r="r" t="t"/>
              <a:pathLst>
                <a:path extrusionOk="0" h="239" w="635">
                  <a:moveTo>
                    <a:pt x="20" y="0"/>
                  </a:moveTo>
                  <a:lnTo>
                    <a:pt x="0" y="20"/>
                  </a:lnTo>
                  <a:lnTo>
                    <a:pt x="0" y="80"/>
                  </a:lnTo>
                  <a:lnTo>
                    <a:pt x="20" y="99"/>
                  </a:lnTo>
                  <a:lnTo>
                    <a:pt x="317" y="218"/>
                  </a:lnTo>
                  <a:lnTo>
                    <a:pt x="476" y="238"/>
                  </a:lnTo>
                  <a:lnTo>
                    <a:pt x="615" y="238"/>
                  </a:lnTo>
                  <a:lnTo>
                    <a:pt x="634" y="199"/>
                  </a:lnTo>
                  <a:lnTo>
                    <a:pt x="615" y="179"/>
                  </a:lnTo>
                  <a:lnTo>
                    <a:pt x="496" y="119"/>
                  </a:lnTo>
                  <a:lnTo>
                    <a:pt x="377" y="9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1775" y="870963"/>
              <a:ext cx="19375" cy="7475"/>
            </a:xfrm>
            <a:custGeom>
              <a:rect b="b" l="l" r="r" t="t"/>
              <a:pathLst>
                <a:path extrusionOk="0" h="299" w="775">
                  <a:moveTo>
                    <a:pt x="80" y="1"/>
                  </a:moveTo>
                  <a:lnTo>
                    <a:pt x="21" y="21"/>
                  </a:lnTo>
                  <a:lnTo>
                    <a:pt x="1" y="40"/>
                  </a:lnTo>
                  <a:lnTo>
                    <a:pt x="1" y="80"/>
                  </a:lnTo>
                  <a:lnTo>
                    <a:pt x="41" y="100"/>
                  </a:lnTo>
                  <a:lnTo>
                    <a:pt x="378" y="258"/>
                  </a:lnTo>
                  <a:lnTo>
                    <a:pt x="556" y="298"/>
                  </a:lnTo>
                  <a:lnTo>
                    <a:pt x="734" y="298"/>
                  </a:lnTo>
                  <a:lnTo>
                    <a:pt x="754" y="278"/>
                  </a:lnTo>
                  <a:lnTo>
                    <a:pt x="774" y="258"/>
                  </a:lnTo>
                  <a:lnTo>
                    <a:pt x="774" y="239"/>
                  </a:lnTo>
                  <a:lnTo>
                    <a:pt x="754" y="219"/>
                  </a:lnTo>
                  <a:lnTo>
                    <a:pt x="675" y="199"/>
                  </a:lnTo>
                  <a:lnTo>
                    <a:pt x="596" y="159"/>
                  </a:lnTo>
                  <a:lnTo>
                    <a:pt x="437" y="120"/>
                  </a:lnTo>
                  <a:lnTo>
                    <a:pt x="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14350" y="864538"/>
              <a:ext cx="20350" cy="5475"/>
            </a:xfrm>
            <a:custGeom>
              <a:rect b="b" l="l" r="r" t="t"/>
              <a:pathLst>
                <a:path extrusionOk="0" h="219" w="814">
                  <a:moveTo>
                    <a:pt x="219" y="0"/>
                  </a:moveTo>
                  <a:lnTo>
                    <a:pt x="120" y="20"/>
                  </a:lnTo>
                  <a:lnTo>
                    <a:pt x="20" y="60"/>
                  </a:lnTo>
                  <a:lnTo>
                    <a:pt x="1" y="79"/>
                  </a:lnTo>
                  <a:lnTo>
                    <a:pt x="1" y="99"/>
                  </a:lnTo>
                  <a:lnTo>
                    <a:pt x="20" y="119"/>
                  </a:lnTo>
                  <a:lnTo>
                    <a:pt x="60" y="119"/>
                  </a:lnTo>
                  <a:lnTo>
                    <a:pt x="139" y="99"/>
                  </a:lnTo>
                  <a:lnTo>
                    <a:pt x="238" y="79"/>
                  </a:lnTo>
                  <a:lnTo>
                    <a:pt x="417" y="119"/>
                  </a:lnTo>
                  <a:lnTo>
                    <a:pt x="615" y="178"/>
                  </a:lnTo>
                  <a:lnTo>
                    <a:pt x="793" y="218"/>
                  </a:lnTo>
                  <a:lnTo>
                    <a:pt x="813" y="198"/>
                  </a:lnTo>
                  <a:lnTo>
                    <a:pt x="813" y="178"/>
                  </a:lnTo>
                  <a:lnTo>
                    <a:pt x="635" y="79"/>
                  </a:lnTo>
                  <a:lnTo>
                    <a:pt x="417" y="20"/>
                  </a:lnTo>
                  <a:lnTo>
                    <a:pt x="318" y="20"/>
                  </a:lnTo>
                  <a:lnTo>
                    <a:pt x="2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2250" y="831313"/>
              <a:ext cx="14400" cy="6975"/>
            </a:xfrm>
            <a:custGeom>
              <a:rect b="b" l="l" r="r" t="t"/>
              <a:pathLst>
                <a:path extrusionOk="0" h="279" w="576">
                  <a:moveTo>
                    <a:pt x="20" y="1"/>
                  </a:moveTo>
                  <a:lnTo>
                    <a:pt x="20" y="21"/>
                  </a:lnTo>
                  <a:lnTo>
                    <a:pt x="0" y="60"/>
                  </a:lnTo>
                  <a:lnTo>
                    <a:pt x="40" y="80"/>
                  </a:lnTo>
                  <a:lnTo>
                    <a:pt x="278" y="199"/>
                  </a:lnTo>
                  <a:lnTo>
                    <a:pt x="417" y="239"/>
                  </a:lnTo>
                  <a:lnTo>
                    <a:pt x="555" y="278"/>
                  </a:lnTo>
                  <a:lnTo>
                    <a:pt x="575" y="278"/>
                  </a:lnTo>
                  <a:lnTo>
                    <a:pt x="575" y="259"/>
                  </a:lnTo>
                  <a:lnTo>
                    <a:pt x="575" y="239"/>
                  </a:lnTo>
                  <a:lnTo>
                    <a:pt x="575" y="219"/>
                  </a:lnTo>
                  <a:lnTo>
                    <a:pt x="456" y="159"/>
                  </a:lnTo>
                  <a:lnTo>
                    <a:pt x="317" y="100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4800" y="792663"/>
              <a:ext cx="21325" cy="4000"/>
            </a:xfrm>
            <a:custGeom>
              <a:rect b="b" l="l" r="r" t="t"/>
              <a:pathLst>
                <a:path extrusionOk="0" h="160" w="853">
                  <a:moveTo>
                    <a:pt x="20" y="1"/>
                  </a:moveTo>
                  <a:lnTo>
                    <a:pt x="1" y="21"/>
                  </a:lnTo>
                  <a:lnTo>
                    <a:pt x="20" y="40"/>
                  </a:lnTo>
                  <a:lnTo>
                    <a:pt x="219" y="100"/>
                  </a:lnTo>
                  <a:lnTo>
                    <a:pt x="417" y="139"/>
                  </a:lnTo>
                  <a:lnTo>
                    <a:pt x="635" y="159"/>
                  </a:lnTo>
                  <a:lnTo>
                    <a:pt x="833" y="139"/>
                  </a:lnTo>
                  <a:lnTo>
                    <a:pt x="853" y="139"/>
                  </a:lnTo>
                  <a:lnTo>
                    <a:pt x="853" y="120"/>
                  </a:lnTo>
                  <a:lnTo>
                    <a:pt x="833" y="100"/>
                  </a:lnTo>
                  <a:lnTo>
                    <a:pt x="437" y="60"/>
                  </a:lnTo>
                  <a:lnTo>
                    <a:pt x="238" y="40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11925" y="787713"/>
              <a:ext cx="20350" cy="6475"/>
            </a:xfrm>
            <a:custGeom>
              <a:rect b="b" l="l" r="r" t="t"/>
              <a:pathLst>
                <a:path extrusionOk="0" h="259" w="814">
                  <a:moveTo>
                    <a:pt x="41" y="0"/>
                  </a:moveTo>
                  <a:lnTo>
                    <a:pt x="21" y="20"/>
                  </a:lnTo>
                  <a:lnTo>
                    <a:pt x="1" y="40"/>
                  </a:lnTo>
                  <a:lnTo>
                    <a:pt x="21" y="60"/>
                  </a:lnTo>
                  <a:lnTo>
                    <a:pt x="100" y="119"/>
                  </a:lnTo>
                  <a:lnTo>
                    <a:pt x="199" y="179"/>
                  </a:lnTo>
                  <a:lnTo>
                    <a:pt x="378" y="238"/>
                  </a:lnTo>
                  <a:lnTo>
                    <a:pt x="596" y="258"/>
                  </a:lnTo>
                  <a:lnTo>
                    <a:pt x="794" y="238"/>
                  </a:lnTo>
                  <a:lnTo>
                    <a:pt x="814" y="238"/>
                  </a:lnTo>
                  <a:lnTo>
                    <a:pt x="814" y="219"/>
                  </a:lnTo>
                  <a:lnTo>
                    <a:pt x="814" y="199"/>
                  </a:lnTo>
                  <a:lnTo>
                    <a:pt x="774" y="179"/>
                  </a:lnTo>
                  <a:lnTo>
                    <a:pt x="417" y="139"/>
                  </a:lnTo>
                  <a:lnTo>
                    <a:pt x="239" y="100"/>
                  </a:lnTo>
                  <a:lnTo>
                    <a:pt x="160" y="60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-16858" y="-8429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>
            <p:ph idx="2" type="pic"/>
          </p:nvPr>
        </p:nvSpPr>
        <p:spPr>
          <a:xfrm flipH="1">
            <a:off x="5587081" y="541788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3"/>
          <p:cNvSpPr txBox="1"/>
          <p:nvPr>
            <p:ph type="title"/>
          </p:nvPr>
        </p:nvSpPr>
        <p:spPr>
          <a:xfrm flipH="1">
            <a:off x="685931" y="1884200"/>
            <a:ext cx="4873800" cy="15381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3" type="title"/>
          </p:nvPr>
        </p:nvSpPr>
        <p:spPr>
          <a:xfrm flipH="1">
            <a:off x="2574131" y="721447"/>
            <a:ext cx="1097400" cy="1097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 txBox="1"/>
          <p:nvPr>
            <p:ph idx="1" type="subTitle"/>
          </p:nvPr>
        </p:nvSpPr>
        <p:spPr>
          <a:xfrm flipH="1">
            <a:off x="687731" y="3980150"/>
            <a:ext cx="48702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3"/>
          <p:cNvSpPr/>
          <p:nvPr/>
        </p:nvSpPr>
        <p:spPr>
          <a:xfrm rot="5400000">
            <a:off x="-510150" y="491837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716900" y="1128049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/>
        </p:txBody>
      </p:sp>
      <p:sp>
        <p:nvSpPr>
          <p:cNvPr id="43" name="Google Shape;43;p4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 rot="5400000">
            <a:off x="-5178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995882" y="3997622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1914450" y="2273725"/>
            <a:ext cx="2420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2" type="title"/>
          </p:nvPr>
        </p:nvSpPr>
        <p:spPr>
          <a:xfrm>
            <a:off x="4809600" y="2273725"/>
            <a:ext cx="2420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4809600" y="2490350"/>
            <a:ext cx="24201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p5"/>
          <p:cNvSpPr txBox="1"/>
          <p:nvPr>
            <p:ph idx="3" type="subTitle"/>
          </p:nvPr>
        </p:nvSpPr>
        <p:spPr>
          <a:xfrm>
            <a:off x="1914300" y="2490350"/>
            <a:ext cx="24204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5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5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-1176676" y="-1190046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602650" y="-9163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 rot="5400000">
            <a:off x="-5178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430774" y="-1190046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>
            <p:ph idx="2" type="pic"/>
          </p:nvPr>
        </p:nvSpPr>
        <p:spPr>
          <a:xfrm flipH="1">
            <a:off x="714850" y="541801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7"/>
          <p:cNvSpPr txBox="1"/>
          <p:nvPr>
            <p:ph idx="1" type="body"/>
          </p:nvPr>
        </p:nvSpPr>
        <p:spPr>
          <a:xfrm flipH="1">
            <a:off x="3697500" y="1470276"/>
            <a:ext cx="4594200" cy="24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AutoNum type="alphaLcPeriod"/>
              <a:defRPr/>
            </a:lvl2pPr>
            <a:lvl3pPr indent="-32385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AutoNum type="romanLcPeriod"/>
              <a:defRPr/>
            </a:lvl3pPr>
            <a:lvl4pPr indent="-32385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AutoNum type="arabicPeriod"/>
              <a:defRPr/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AutoNum type="alphaLcPeriod"/>
              <a:defRPr/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AutoNum type="romanLcPeriod"/>
              <a:defRPr/>
            </a:lvl6pPr>
            <a:lvl7pPr indent="-31115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AutoNum type="arabicPeriod"/>
              <a:defRPr/>
            </a:lvl7pPr>
            <a:lvl8pPr indent="-31115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AutoNum type="alphaLcPeriod"/>
              <a:defRPr/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type="title"/>
          </p:nvPr>
        </p:nvSpPr>
        <p:spPr>
          <a:xfrm flipH="1">
            <a:off x="3697500" y="365750"/>
            <a:ext cx="4730700" cy="914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" name="Google Shape;64;p7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484625" y="541800"/>
            <a:ext cx="457200" cy="1218900"/>
            <a:chOff x="262800" y="3367325"/>
            <a:chExt cx="457200" cy="1218900"/>
          </a:xfrm>
        </p:grpSpPr>
        <p:cxnSp>
          <p:nvCxnSpPr>
            <p:cNvPr id="66" name="Google Shape;66;p7"/>
            <p:cNvCxnSpPr/>
            <p:nvPr/>
          </p:nvCxnSpPr>
          <p:spPr>
            <a:xfrm>
              <a:off x="2628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7"/>
            <p:cNvCxnSpPr/>
            <p:nvPr/>
          </p:nvCxnSpPr>
          <p:spPr>
            <a:xfrm>
              <a:off x="4152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7"/>
            <p:cNvCxnSpPr/>
            <p:nvPr/>
          </p:nvCxnSpPr>
          <p:spPr>
            <a:xfrm>
              <a:off x="5676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7"/>
            <p:cNvCxnSpPr/>
            <p:nvPr/>
          </p:nvCxnSpPr>
          <p:spPr>
            <a:xfrm>
              <a:off x="7200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0" name="Google Shape;70;p7"/>
          <p:cNvSpPr/>
          <p:nvPr/>
        </p:nvSpPr>
        <p:spPr>
          <a:xfrm>
            <a:off x="8602650" y="-9163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1280250" y="1482300"/>
            <a:ext cx="6583500" cy="21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>
            <a:off x="7745133" y="-8429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 rot="-5400000">
            <a:off x="-510150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"/>
          <p:cNvSpPr txBox="1"/>
          <p:nvPr>
            <p:ph type="title"/>
          </p:nvPr>
        </p:nvSpPr>
        <p:spPr>
          <a:xfrm>
            <a:off x="1119450" y="1702500"/>
            <a:ext cx="6905100" cy="82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1" type="subTitle"/>
          </p:nvPr>
        </p:nvSpPr>
        <p:spPr>
          <a:xfrm>
            <a:off x="1119450" y="2526598"/>
            <a:ext cx="69051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9"/>
          <p:cNvSpPr/>
          <p:nvPr/>
        </p:nvSpPr>
        <p:spPr>
          <a:xfrm rot="5400000">
            <a:off x="82545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-16858" y="-8429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0"/>
          <p:cNvSpPr txBox="1"/>
          <p:nvPr>
            <p:ph type="title"/>
          </p:nvPr>
        </p:nvSpPr>
        <p:spPr>
          <a:xfrm>
            <a:off x="4237400" y="3592925"/>
            <a:ext cx="4193400" cy="10065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5587000" y="541782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 txBox="1"/>
          <p:nvPr>
            <p:ph hasCustomPrompt="1" type="title"/>
          </p:nvPr>
        </p:nvSpPr>
        <p:spPr>
          <a:xfrm>
            <a:off x="1315374" y="947375"/>
            <a:ext cx="3453600" cy="23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/>
          <p:nvPr>
            <p:ph idx="1" type="subTitle"/>
          </p:nvPr>
        </p:nvSpPr>
        <p:spPr>
          <a:xfrm>
            <a:off x="1314024" y="3901247"/>
            <a:ext cx="34563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89" name="Google Shape;89;p11"/>
          <p:cNvSpPr/>
          <p:nvPr/>
        </p:nvSpPr>
        <p:spPr>
          <a:xfrm>
            <a:off x="-1176676" y="-1190046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1870860" y="1409350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 flipH="1">
            <a:off x="5473852" y="1409350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3"/>
          <p:cNvSpPr txBox="1"/>
          <p:nvPr>
            <p:ph hasCustomPrompt="1" idx="3" type="title"/>
          </p:nvPr>
        </p:nvSpPr>
        <p:spPr>
          <a:xfrm>
            <a:off x="1043048" y="1212700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/>
          <p:nvPr>
            <p:ph hasCustomPrompt="1" idx="4" type="title"/>
          </p:nvPr>
        </p:nvSpPr>
        <p:spPr>
          <a:xfrm flipH="1">
            <a:off x="4644781" y="1212700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/>
          <p:nvPr>
            <p:ph idx="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6" type="title"/>
          </p:nvPr>
        </p:nvSpPr>
        <p:spPr>
          <a:xfrm>
            <a:off x="1870860" y="2409033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3"/>
          <p:cNvSpPr txBox="1"/>
          <p:nvPr>
            <p:ph idx="7" type="title"/>
          </p:nvPr>
        </p:nvSpPr>
        <p:spPr>
          <a:xfrm flipH="1">
            <a:off x="5473852" y="3399625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9" name="Google Shape;99;p13"/>
          <p:cNvSpPr txBox="1"/>
          <p:nvPr>
            <p:ph hasCustomPrompt="1" idx="8" type="title"/>
          </p:nvPr>
        </p:nvSpPr>
        <p:spPr>
          <a:xfrm>
            <a:off x="1043048" y="3202977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hasCustomPrompt="1" idx="9" type="title"/>
          </p:nvPr>
        </p:nvSpPr>
        <p:spPr>
          <a:xfrm flipH="1">
            <a:off x="4644781" y="3202977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/>
          <p:nvPr>
            <p:ph idx="13" type="title"/>
          </p:nvPr>
        </p:nvSpPr>
        <p:spPr>
          <a:xfrm>
            <a:off x="1870860" y="3399625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3"/>
          <p:cNvSpPr txBox="1"/>
          <p:nvPr>
            <p:ph idx="14" type="title"/>
          </p:nvPr>
        </p:nvSpPr>
        <p:spPr>
          <a:xfrm flipH="1">
            <a:off x="5473852" y="2409033"/>
            <a:ext cx="2627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3" name="Google Shape;103;p13"/>
          <p:cNvSpPr txBox="1"/>
          <p:nvPr>
            <p:ph hasCustomPrompt="1" idx="15" type="title"/>
          </p:nvPr>
        </p:nvSpPr>
        <p:spPr>
          <a:xfrm>
            <a:off x="1043048" y="2212384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/>
          <p:nvPr>
            <p:ph hasCustomPrompt="1" idx="16" type="title"/>
          </p:nvPr>
        </p:nvSpPr>
        <p:spPr>
          <a:xfrm flipH="1">
            <a:off x="4644781" y="2212384"/>
            <a:ext cx="759000" cy="759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-1176667" y="3990586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3"/>
          <p:cNvSpPr/>
          <p:nvPr/>
        </p:nvSpPr>
        <p:spPr>
          <a:xfrm rot="5400000">
            <a:off x="82545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1" name="Google Shape;111;p14"/>
          <p:cNvSpPr/>
          <p:nvPr/>
        </p:nvSpPr>
        <p:spPr>
          <a:xfrm>
            <a:off x="-1620601" y="-1190046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 rot="5400000">
            <a:off x="82545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2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6" name="Google Shape;116;p15"/>
          <p:cNvSpPr/>
          <p:nvPr/>
        </p:nvSpPr>
        <p:spPr>
          <a:xfrm>
            <a:off x="-1174574" y="3954711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 rot="5400000">
            <a:off x="82545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2946947" y="2054500"/>
            <a:ext cx="5290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2946947" y="1473500"/>
            <a:ext cx="52944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16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 rot="10800000">
            <a:off x="-16592" y="-8429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8602650" y="-9163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0" y="3523400"/>
            <a:ext cx="9144000" cy="161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3620700" y="3462575"/>
            <a:ext cx="48102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" type="subTitle"/>
          </p:nvPr>
        </p:nvSpPr>
        <p:spPr>
          <a:xfrm>
            <a:off x="3620700" y="3925053"/>
            <a:ext cx="48075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17"/>
          <p:cNvSpPr/>
          <p:nvPr>
            <p:ph idx="2" type="pic"/>
          </p:nvPr>
        </p:nvSpPr>
        <p:spPr>
          <a:xfrm>
            <a:off x="713225" y="541782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7"/>
          <p:cNvSpPr/>
          <p:nvPr>
            <p:ph idx="3" type="pic"/>
          </p:nvPr>
        </p:nvSpPr>
        <p:spPr>
          <a:xfrm>
            <a:off x="3721475" y="541775"/>
            <a:ext cx="4709400" cy="28173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17"/>
          <p:cNvSpPr/>
          <p:nvPr/>
        </p:nvSpPr>
        <p:spPr>
          <a:xfrm>
            <a:off x="8678850" y="-9163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4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912283" y="2575053"/>
            <a:ext cx="23778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4" name="Google Shape;134;p18"/>
          <p:cNvSpPr txBox="1"/>
          <p:nvPr>
            <p:ph idx="2" type="subTitle"/>
          </p:nvPr>
        </p:nvSpPr>
        <p:spPr>
          <a:xfrm>
            <a:off x="3383100" y="2575053"/>
            <a:ext cx="23778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5" name="Google Shape;135;p18"/>
          <p:cNvSpPr txBox="1"/>
          <p:nvPr>
            <p:ph idx="3" type="subTitle"/>
          </p:nvPr>
        </p:nvSpPr>
        <p:spPr>
          <a:xfrm>
            <a:off x="5853917" y="2575053"/>
            <a:ext cx="23778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6" name="Google Shape;136;p18"/>
          <p:cNvSpPr txBox="1"/>
          <p:nvPr>
            <p:ph idx="4" type="title"/>
          </p:nvPr>
        </p:nvSpPr>
        <p:spPr>
          <a:xfrm>
            <a:off x="910333" y="2355600"/>
            <a:ext cx="23817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5" type="title"/>
          </p:nvPr>
        </p:nvSpPr>
        <p:spPr>
          <a:xfrm>
            <a:off x="3381150" y="2355600"/>
            <a:ext cx="23817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6" type="title"/>
          </p:nvPr>
        </p:nvSpPr>
        <p:spPr>
          <a:xfrm>
            <a:off x="5851967" y="2355600"/>
            <a:ext cx="23817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18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7745447" y="-8425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-16858" y="-8429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5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794950" y="1084199"/>
            <a:ext cx="3749400" cy="3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599650" y="1084199"/>
            <a:ext cx="3749400" cy="34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u="sng"/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>
            <a:off x="718750" y="365760"/>
            <a:ext cx="77085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b="1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7" name="Google Shape;147;p19"/>
          <p:cNvSpPr/>
          <p:nvPr/>
        </p:nvSpPr>
        <p:spPr>
          <a:xfrm flipH="1">
            <a:off x="7981427" y="3973727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-9158" y="-9147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215371" y="1171275"/>
            <a:ext cx="33138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1" name="Google Shape;151;p20"/>
          <p:cNvSpPr txBox="1"/>
          <p:nvPr>
            <p:ph idx="1" type="subTitle"/>
          </p:nvPr>
        </p:nvSpPr>
        <p:spPr>
          <a:xfrm>
            <a:off x="1215371" y="1382699"/>
            <a:ext cx="33138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2" type="title"/>
          </p:nvPr>
        </p:nvSpPr>
        <p:spPr>
          <a:xfrm>
            <a:off x="4614521" y="1171275"/>
            <a:ext cx="3314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3" name="Google Shape;153;p20"/>
          <p:cNvSpPr txBox="1"/>
          <p:nvPr>
            <p:ph idx="3" type="subTitle"/>
          </p:nvPr>
        </p:nvSpPr>
        <p:spPr>
          <a:xfrm>
            <a:off x="4614517" y="1382699"/>
            <a:ext cx="33141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4" type="title"/>
          </p:nvPr>
        </p:nvSpPr>
        <p:spPr>
          <a:xfrm>
            <a:off x="1215371" y="2848907"/>
            <a:ext cx="33093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5" name="Google Shape;155;p20"/>
          <p:cNvSpPr txBox="1"/>
          <p:nvPr>
            <p:ph idx="5" type="subTitle"/>
          </p:nvPr>
        </p:nvSpPr>
        <p:spPr>
          <a:xfrm>
            <a:off x="1215371" y="3060325"/>
            <a:ext cx="33138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6" type="title"/>
          </p:nvPr>
        </p:nvSpPr>
        <p:spPr>
          <a:xfrm>
            <a:off x="4614521" y="2848907"/>
            <a:ext cx="3314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57" name="Google Shape;157;p20"/>
          <p:cNvSpPr txBox="1"/>
          <p:nvPr>
            <p:ph idx="7" type="subTitle"/>
          </p:nvPr>
        </p:nvSpPr>
        <p:spPr>
          <a:xfrm>
            <a:off x="4614529" y="3060325"/>
            <a:ext cx="33141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8" name="Google Shape;158;p20"/>
          <p:cNvSpPr txBox="1"/>
          <p:nvPr>
            <p:ph idx="8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9" name="Google Shape;159;p20"/>
          <p:cNvSpPr/>
          <p:nvPr/>
        </p:nvSpPr>
        <p:spPr>
          <a:xfrm flipH="1">
            <a:off x="6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 flipH="1" rot="-5400000">
            <a:off x="-510148" y="49182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 flipH="1">
            <a:off x="7981427" y="3973727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1"/>
          <p:cNvSpPr txBox="1"/>
          <p:nvPr>
            <p:ph type="title"/>
          </p:nvPr>
        </p:nvSpPr>
        <p:spPr>
          <a:xfrm>
            <a:off x="1673722" y="1039325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21"/>
          <p:cNvSpPr txBox="1"/>
          <p:nvPr>
            <p:ph idx="1" type="subTitle"/>
          </p:nvPr>
        </p:nvSpPr>
        <p:spPr>
          <a:xfrm>
            <a:off x="1673722" y="1250844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2" type="title"/>
          </p:nvPr>
        </p:nvSpPr>
        <p:spPr>
          <a:xfrm>
            <a:off x="5507445" y="1039325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21"/>
          <p:cNvSpPr txBox="1"/>
          <p:nvPr>
            <p:ph idx="3" type="subTitle"/>
          </p:nvPr>
        </p:nvSpPr>
        <p:spPr>
          <a:xfrm>
            <a:off x="5507445" y="1250844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1"/>
          <p:cNvSpPr txBox="1"/>
          <p:nvPr>
            <p:ph idx="4" type="title"/>
          </p:nvPr>
        </p:nvSpPr>
        <p:spPr>
          <a:xfrm>
            <a:off x="1673722" y="2212297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8" name="Google Shape;168;p21"/>
          <p:cNvSpPr txBox="1"/>
          <p:nvPr>
            <p:ph idx="5" type="subTitle"/>
          </p:nvPr>
        </p:nvSpPr>
        <p:spPr>
          <a:xfrm>
            <a:off x="1673722" y="2423175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21"/>
          <p:cNvSpPr txBox="1"/>
          <p:nvPr>
            <p:ph idx="6" type="title"/>
          </p:nvPr>
        </p:nvSpPr>
        <p:spPr>
          <a:xfrm>
            <a:off x="5507445" y="2212297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0" name="Google Shape;170;p21"/>
          <p:cNvSpPr txBox="1"/>
          <p:nvPr>
            <p:ph idx="7" type="subTitle"/>
          </p:nvPr>
        </p:nvSpPr>
        <p:spPr>
          <a:xfrm>
            <a:off x="5507445" y="2423175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1"/>
          <p:cNvSpPr txBox="1"/>
          <p:nvPr>
            <p:ph idx="8" type="title"/>
          </p:nvPr>
        </p:nvSpPr>
        <p:spPr>
          <a:xfrm>
            <a:off x="5507445" y="3393712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2" name="Google Shape;172;p21"/>
          <p:cNvSpPr txBox="1"/>
          <p:nvPr>
            <p:ph idx="9" type="subTitle"/>
          </p:nvPr>
        </p:nvSpPr>
        <p:spPr>
          <a:xfrm>
            <a:off x="5507445" y="3602750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3" name="Google Shape;173;p21"/>
          <p:cNvSpPr txBox="1"/>
          <p:nvPr>
            <p:ph idx="13" type="title"/>
          </p:nvPr>
        </p:nvSpPr>
        <p:spPr>
          <a:xfrm>
            <a:off x="1673722" y="3393712"/>
            <a:ext cx="27780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5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74" name="Google Shape;174;p21"/>
          <p:cNvSpPr txBox="1"/>
          <p:nvPr>
            <p:ph idx="14" type="subTitle"/>
          </p:nvPr>
        </p:nvSpPr>
        <p:spPr>
          <a:xfrm>
            <a:off x="1673722" y="3602750"/>
            <a:ext cx="2778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1"/>
          <p:cNvSpPr txBox="1"/>
          <p:nvPr>
            <p:ph idx="15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6" name="Google Shape;176;p21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-8429" y="-8429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8602650" y="-9163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>
            <p:ph idx="2" type="pic"/>
          </p:nvPr>
        </p:nvSpPr>
        <p:spPr>
          <a:xfrm>
            <a:off x="713225" y="541788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2"/>
          <p:cNvSpPr txBox="1"/>
          <p:nvPr>
            <p:ph hasCustomPrompt="1" type="title"/>
          </p:nvPr>
        </p:nvSpPr>
        <p:spPr>
          <a:xfrm>
            <a:off x="3644600" y="498800"/>
            <a:ext cx="4198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2" name="Google Shape;182;p22"/>
          <p:cNvSpPr txBox="1"/>
          <p:nvPr>
            <p:ph idx="1" type="subTitle"/>
          </p:nvPr>
        </p:nvSpPr>
        <p:spPr>
          <a:xfrm>
            <a:off x="3645500" y="1236379"/>
            <a:ext cx="41970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3" name="Google Shape;183;p22"/>
          <p:cNvSpPr txBox="1"/>
          <p:nvPr>
            <p:ph hasCustomPrompt="1" idx="3" type="title"/>
          </p:nvPr>
        </p:nvSpPr>
        <p:spPr>
          <a:xfrm>
            <a:off x="3644600" y="1793425"/>
            <a:ext cx="4198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4" name="Google Shape;184;p22"/>
          <p:cNvSpPr txBox="1"/>
          <p:nvPr>
            <p:ph idx="4" type="subTitle"/>
          </p:nvPr>
        </p:nvSpPr>
        <p:spPr>
          <a:xfrm>
            <a:off x="3645500" y="2531950"/>
            <a:ext cx="41970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5" name="Google Shape;185;p22"/>
          <p:cNvSpPr txBox="1"/>
          <p:nvPr>
            <p:ph hasCustomPrompt="1" idx="5" type="title"/>
          </p:nvPr>
        </p:nvSpPr>
        <p:spPr>
          <a:xfrm>
            <a:off x="3644600" y="3083275"/>
            <a:ext cx="41988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6" name="Google Shape;186;p22"/>
          <p:cNvSpPr txBox="1"/>
          <p:nvPr>
            <p:ph idx="6" type="subTitle"/>
          </p:nvPr>
        </p:nvSpPr>
        <p:spPr>
          <a:xfrm>
            <a:off x="3645500" y="3821800"/>
            <a:ext cx="4197000" cy="365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7" name="Google Shape;187;p22"/>
          <p:cNvSpPr/>
          <p:nvPr/>
        </p:nvSpPr>
        <p:spPr>
          <a:xfrm>
            <a:off x="0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 rot="5400000">
            <a:off x="8254558" y="492571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/>
          <p:nvPr/>
        </p:nvSpPr>
        <p:spPr>
          <a:xfrm>
            <a:off x="0" y="3523400"/>
            <a:ext cx="9144000" cy="1619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 txBox="1"/>
          <p:nvPr>
            <p:ph type="title"/>
          </p:nvPr>
        </p:nvSpPr>
        <p:spPr>
          <a:xfrm>
            <a:off x="953250" y="537950"/>
            <a:ext cx="4616700" cy="1097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b="1" sz="6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2" name="Google Shape;192;p23"/>
          <p:cNvSpPr txBox="1"/>
          <p:nvPr>
            <p:ph idx="1" type="subTitle"/>
          </p:nvPr>
        </p:nvSpPr>
        <p:spPr>
          <a:xfrm>
            <a:off x="953250" y="1636491"/>
            <a:ext cx="4620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3"/>
          <p:cNvSpPr/>
          <p:nvPr>
            <p:ph idx="2" type="pic"/>
          </p:nvPr>
        </p:nvSpPr>
        <p:spPr>
          <a:xfrm>
            <a:off x="5590025" y="541782"/>
            <a:ext cx="2843700" cy="4059900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23"/>
          <p:cNvSpPr txBox="1"/>
          <p:nvPr/>
        </p:nvSpPr>
        <p:spPr>
          <a:xfrm>
            <a:off x="953250" y="3796856"/>
            <a:ext cx="461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b="1" lang="en" sz="1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including icons by </a:t>
            </a:r>
            <a:r>
              <a:rPr b="1" lang="en" sz="1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, infographics &amp; images by </a:t>
            </a:r>
            <a:r>
              <a:rPr b="1" lang="en" sz="10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" name="Google Shape;195;p23"/>
          <p:cNvSpPr/>
          <p:nvPr/>
        </p:nvSpPr>
        <p:spPr>
          <a:xfrm rot="5400000">
            <a:off x="-510155" y="491833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 flipH="1">
            <a:off x="-8163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 flipH="1" rot="10800000">
            <a:off x="7745129" y="-8429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>
            <a:off x="-16858" y="-8429"/>
            <a:ext cx="5505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/>
          <p:nvPr/>
        </p:nvSpPr>
        <p:spPr>
          <a:xfrm flipH="1">
            <a:off x="6" y="4586225"/>
            <a:ext cx="9144000" cy="54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 flipH="1">
            <a:off x="7990432" y="3983673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5"/>
          <p:cNvSpPr/>
          <p:nvPr/>
        </p:nvSpPr>
        <p:spPr>
          <a:xfrm rot="5400000">
            <a:off x="-510150" y="491837"/>
            <a:ext cx="1407300" cy="40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nrope ExtraBold"/>
              <a:buNone/>
              <a:defRPr sz="3000">
                <a:solidFill>
                  <a:schemeClr val="dk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uphan"/>
              <a:buNone/>
              <a:defRPr b="1" sz="3500">
                <a:solidFill>
                  <a:schemeClr val="dk1"/>
                </a:solidFill>
                <a:latin typeface="Anuphan"/>
                <a:ea typeface="Anuphan"/>
                <a:cs typeface="Anuphan"/>
                <a:sym typeface="Anupha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46962"/>
          </p15:clr>
        </p15:guide>
        <p15:guide id="2" pos="449">
          <p15:clr>
            <a:srgbClr val="E46962"/>
          </p15:clr>
        </p15:guide>
        <p15:guide id="3" pos="5311">
          <p15:clr>
            <a:srgbClr val="E46962"/>
          </p15:clr>
        </p15:guide>
        <p15:guide id="4" orient="horz" pos="2897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206" name="Google Shape;206;p26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m0_KyaOkw4V5eDB8yhGm2sS088Xwbn0rQOt1qQsST8o/copy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m0_KyaOkw4V5eDB8yhGm2sS088Xwbn0rQOt1qQsST8o/copy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hyperlink" Target="https://docs.google.com/spreadsheets/d/1m0_KyaOkw4V5eDB8yhGm2sS088Xwbn0rQOt1qQsST8o/copy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>
            <a:off x="0" y="3658200"/>
            <a:ext cx="9144000" cy="148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9"/>
          <p:cNvSpPr txBox="1"/>
          <p:nvPr>
            <p:ph type="ctrTitle"/>
          </p:nvPr>
        </p:nvSpPr>
        <p:spPr>
          <a:xfrm>
            <a:off x="720100" y="640080"/>
            <a:ext cx="4701600" cy="29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600" b="1"/>
            </a:pPr>
            <a:r>
              <a:t>Nonlinear Disturbance Observer (DOB) for Quadrotors</a:t>
            </a:r>
          </a:p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720112" y="3950208"/>
            <a:ext cx="47016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100"/>
            </a:pPr>
            <a:r>
              <a:t>Autonomous Aerial Robotics  |  ROS 2 Humble &amp; Gazebo 11</a:t>
            </a:r>
          </a:p>
          <a:p>
            <a:r>
              <a:t>Author: Nallabati Venkata Durga Sai Sarat Chandra</a:t>
            </a:r>
          </a:p>
        </p:txBody>
      </p:sp>
      <p:pic>
        <p:nvPicPr>
          <p:cNvPr id="217" name="Google Shape;217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462" l="0" r="0" t="2472"/>
          <a:stretch/>
        </p:blipFill>
        <p:spPr>
          <a:xfrm>
            <a:off x="5580475" y="541800"/>
            <a:ext cx="2846400" cy="4059900"/>
          </a:xfrm>
          <a:prstGeom prst="rect">
            <a:avLst/>
          </a:prstGeom>
        </p:spPr>
      </p:pic>
      <p:sp>
        <p:nvSpPr>
          <p:cNvPr id="218" name="Google Shape;218;p29"/>
          <p:cNvSpPr/>
          <p:nvPr/>
        </p:nvSpPr>
        <p:spPr>
          <a:xfrm>
            <a:off x="6525747" y="3250344"/>
            <a:ext cx="3826200" cy="38262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" name="Google Shape;219;p29"/>
          <p:cNvGrpSpPr/>
          <p:nvPr/>
        </p:nvGrpSpPr>
        <p:grpSpPr>
          <a:xfrm>
            <a:off x="8202175" y="539500"/>
            <a:ext cx="457200" cy="1218900"/>
            <a:chOff x="262800" y="3367325"/>
            <a:chExt cx="457200" cy="1218900"/>
          </a:xfrm>
        </p:grpSpPr>
        <p:cxnSp>
          <p:nvCxnSpPr>
            <p:cNvPr id="220" name="Google Shape;220;p29"/>
            <p:cNvCxnSpPr/>
            <p:nvPr/>
          </p:nvCxnSpPr>
          <p:spPr>
            <a:xfrm>
              <a:off x="7200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9"/>
            <p:cNvCxnSpPr/>
            <p:nvPr/>
          </p:nvCxnSpPr>
          <p:spPr>
            <a:xfrm>
              <a:off x="5676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29"/>
            <p:cNvCxnSpPr/>
            <p:nvPr/>
          </p:nvCxnSpPr>
          <p:spPr>
            <a:xfrm>
              <a:off x="4152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29"/>
            <p:cNvCxnSpPr/>
            <p:nvPr/>
          </p:nvCxnSpPr>
          <p:spPr>
            <a:xfrm>
              <a:off x="2628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1914450" y="2273725"/>
            <a:ext cx="2420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>
              <a:defRPr sz="1400" b="1"/>
            </a:pPr>
            <a:r>
              <a:t>Conventional PID Failure Modes</a:t>
            </a:r>
          </a:p>
        </p:txBody>
      </p:sp>
      <p:sp>
        <p:nvSpPr>
          <p:cNvPr id="283" name="Google Shape;283;p34"/>
          <p:cNvSpPr txBox="1"/>
          <p:nvPr>
            <p:ph idx="4"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000" b="1"/>
            </a:pPr>
            <a:r>
              <a:t>Problem Statement: Wind Shocks vs. Classical PID</a:t>
            </a:r>
          </a:p>
        </p:txBody>
      </p:sp>
      <p:sp>
        <p:nvSpPr>
          <p:cNvPr id="284" name="Google Shape;284;p34"/>
          <p:cNvSpPr txBox="1"/>
          <p:nvPr>
            <p:ph idx="2" type="title"/>
          </p:nvPr>
        </p:nvSpPr>
        <p:spPr>
          <a:xfrm>
            <a:off x="4809600" y="2273725"/>
            <a:ext cx="24201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>
              <a:defRPr sz="1400" b="1"/>
            </a:pPr>
            <a:r>
              <a:t>Active Disturbance Rejection (ADRC)</a:t>
            </a:r>
          </a:p>
        </p:txBody>
      </p:sp>
      <p:sp>
        <p:nvSpPr>
          <p:cNvPr id="285" name="Google Shape;285;p34"/>
          <p:cNvSpPr txBox="1"/>
          <p:nvPr>
            <p:ph idx="1" type="subTitle"/>
          </p:nvPr>
        </p:nvSpPr>
        <p:spPr>
          <a:xfrm>
            <a:off x="4809600" y="2490350"/>
            <a:ext cx="24201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  <a:defRPr sz="1000"/>
            </a:pPr>
            <a:r>
              <a:t>• Rapid observer convergence: Reconstruct fluid drag in 28.5 ms (ω_obs = 35 rad/s).</a:t>
            </a:r>
            <a:endParaRPr/>
          </a:p>
          <a:p>
            <a:pPr>
              <a:spcAft>
                <a:spcPts val="400"/>
              </a:spcAft>
              <a:defRPr sz="1000"/>
            </a:pPr>
            <a:r>
              <a:t>• Feedforward decoupling: a_des = a_PID - (1/m) F_hat cancels drag in acceleration space.</a:t>
            </a:r>
          </a:p>
          <a:p>
            <a:pPr>
              <a:spcAft>
                <a:spcPts val="400"/>
              </a:spcAft>
              <a:defRPr sz="1000"/>
            </a:pPr>
            <a:r>
              <a:t>• Nonlinear tilt compensation: Scales thrust by 1/(cos φ cos θ) to prevent altitude drop.</a:t>
            </a:r>
          </a:p>
          <a:p>
            <a:pPr>
              <a:spcAft>
                <a:spcPts val="400"/>
              </a:spcAft>
              <a:defRPr sz="1000"/>
            </a:pPr>
            <a:r>
              <a:t>• Safety guarantee: Verified clearance ≥ 0.82 m past all facility structures.</a:t>
            </a:r>
          </a:p>
        </p:txBody>
      </p:sp>
      <p:sp>
        <p:nvSpPr>
          <p:cNvPr id="286" name="Google Shape;286;p34"/>
          <p:cNvSpPr txBox="1"/>
          <p:nvPr>
            <p:ph idx="3" type="subTitle"/>
          </p:nvPr>
        </p:nvSpPr>
        <p:spPr>
          <a:xfrm>
            <a:off x="1914300" y="2490350"/>
            <a:ext cx="2420400" cy="16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  <a:defRPr sz="1000"/>
            </a:pPr>
            <a:r>
              <a:t>• 8.5 m/s crosswind exerts 11.2 N on a 1.5 kg drone (75% vehicle weight).</a:t>
            </a:r>
            <a:endParaRPr/>
          </a:p>
          <a:p>
            <a:pPr>
              <a:spcAft>
                <a:spcPts val="400"/>
              </a:spcAft>
              <a:defRPr sz="1000"/>
            </a:pPr>
            <a:r>
              <a:t>• Severe reaction lag: PID cannot act until large tracking errors occur.</a:t>
            </a:r>
          </a:p>
          <a:p>
            <a:pPr>
              <a:spcAft>
                <a:spcPts val="400"/>
              </a:spcAft>
              <a:defRPr sz="1000"/>
            </a:pPr>
            <a:r>
              <a:t>• Integral windup accumulates error over seconds, flinging drone into obstacles.</a:t>
            </a:r>
          </a:p>
          <a:p>
            <a:pPr>
              <a:spcAft>
                <a:spcPts val="400"/>
              </a:spcAft>
              <a:defRPr sz="1000"/>
            </a:pPr>
            <a:r>
              <a:t>• High PID gains amplify sensor noise, causing motor chattering.</a:t>
            </a:r>
          </a:p>
        </p:txBody>
      </p:sp>
      <p:sp>
        <p:nvSpPr>
          <p:cNvPr id="287" name="Google Shape;287;p34"/>
          <p:cNvSpPr/>
          <p:nvPr/>
        </p:nvSpPr>
        <p:spPr>
          <a:xfrm>
            <a:off x="2745000" y="1360250"/>
            <a:ext cx="759000" cy="7590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4"/>
          <p:cNvSpPr/>
          <p:nvPr/>
        </p:nvSpPr>
        <p:spPr>
          <a:xfrm>
            <a:off x="5640150" y="1360250"/>
            <a:ext cx="759000" cy="7590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34"/>
          <p:cNvGrpSpPr/>
          <p:nvPr/>
        </p:nvGrpSpPr>
        <p:grpSpPr>
          <a:xfrm>
            <a:off x="2956438" y="1571688"/>
            <a:ext cx="336125" cy="336125"/>
            <a:chOff x="238125" y="1300600"/>
            <a:chExt cx="336125" cy="336125"/>
          </a:xfrm>
        </p:grpSpPr>
        <p:sp>
          <p:nvSpPr>
            <p:cNvPr id="290" name="Google Shape;290;p34"/>
            <p:cNvSpPr/>
            <p:nvPr/>
          </p:nvSpPr>
          <p:spPr>
            <a:xfrm>
              <a:off x="238125" y="1300600"/>
              <a:ext cx="143575" cy="142400"/>
            </a:xfrm>
            <a:custGeom>
              <a:rect b="b" l="l" r="r" t="t"/>
              <a:pathLst>
                <a:path extrusionOk="0" h="5696" w="5743">
                  <a:moveTo>
                    <a:pt x="1120" y="0"/>
                  </a:moveTo>
                  <a:lnTo>
                    <a:pt x="980" y="47"/>
                  </a:lnTo>
                  <a:lnTo>
                    <a:pt x="840" y="93"/>
                  </a:lnTo>
                  <a:lnTo>
                    <a:pt x="140" y="840"/>
                  </a:lnTo>
                  <a:lnTo>
                    <a:pt x="47" y="934"/>
                  </a:lnTo>
                  <a:lnTo>
                    <a:pt x="0" y="1074"/>
                  </a:lnTo>
                  <a:lnTo>
                    <a:pt x="47" y="1214"/>
                  </a:lnTo>
                  <a:lnTo>
                    <a:pt x="93" y="1354"/>
                  </a:lnTo>
                  <a:lnTo>
                    <a:pt x="1307" y="2941"/>
                  </a:lnTo>
                  <a:lnTo>
                    <a:pt x="1447" y="3034"/>
                  </a:lnTo>
                  <a:lnTo>
                    <a:pt x="1587" y="3081"/>
                  </a:lnTo>
                  <a:lnTo>
                    <a:pt x="1774" y="3034"/>
                  </a:lnTo>
                  <a:lnTo>
                    <a:pt x="1914" y="2941"/>
                  </a:lnTo>
                  <a:lnTo>
                    <a:pt x="2147" y="2708"/>
                  </a:lnTo>
                  <a:lnTo>
                    <a:pt x="5182" y="5695"/>
                  </a:lnTo>
                  <a:lnTo>
                    <a:pt x="5742" y="5135"/>
                  </a:lnTo>
                  <a:lnTo>
                    <a:pt x="2708" y="2147"/>
                  </a:lnTo>
                  <a:lnTo>
                    <a:pt x="2988" y="1867"/>
                  </a:lnTo>
                  <a:lnTo>
                    <a:pt x="3081" y="1727"/>
                  </a:lnTo>
                  <a:lnTo>
                    <a:pt x="3081" y="1587"/>
                  </a:lnTo>
                  <a:lnTo>
                    <a:pt x="3034" y="1401"/>
                  </a:lnTo>
                  <a:lnTo>
                    <a:pt x="2941" y="1260"/>
                  </a:lnTo>
                  <a:lnTo>
                    <a:pt x="1354" y="93"/>
                  </a:lnTo>
                  <a:lnTo>
                    <a:pt x="12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414350" y="1476825"/>
              <a:ext cx="70050" cy="70050"/>
            </a:xfrm>
            <a:custGeom>
              <a:rect b="b" l="l" r="r" t="t"/>
              <a:pathLst>
                <a:path extrusionOk="0" h="2802" w="2802">
                  <a:moveTo>
                    <a:pt x="1914" y="0"/>
                  </a:moveTo>
                  <a:lnTo>
                    <a:pt x="0" y="1914"/>
                  </a:lnTo>
                  <a:lnTo>
                    <a:pt x="234" y="2334"/>
                  </a:lnTo>
                  <a:lnTo>
                    <a:pt x="327" y="2568"/>
                  </a:lnTo>
                  <a:lnTo>
                    <a:pt x="374" y="2754"/>
                  </a:lnTo>
                  <a:lnTo>
                    <a:pt x="374" y="2801"/>
                  </a:lnTo>
                  <a:lnTo>
                    <a:pt x="2801" y="374"/>
                  </a:lnTo>
                  <a:lnTo>
                    <a:pt x="2568" y="327"/>
                  </a:lnTo>
                  <a:lnTo>
                    <a:pt x="2334" y="234"/>
                  </a:lnTo>
                  <a:lnTo>
                    <a:pt x="19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238125" y="1300600"/>
              <a:ext cx="336125" cy="336125"/>
            </a:xfrm>
            <a:custGeom>
              <a:rect b="b" l="l" r="r" t="t"/>
              <a:pathLst>
                <a:path extrusionOk="0" h="13445" w="13445">
                  <a:moveTo>
                    <a:pt x="10737" y="0"/>
                  </a:moveTo>
                  <a:lnTo>
                    <a:pt x="10410" y="47"/>
                  </a:lnTo>
                  <a:lnTo>
                    <a:pt x="10037" y="140"/>
                  </a:lnTo>
                  <a:lnTo>
                    <a:pt x="9757" y="280"/>
                  </a:lnTo>
                  <a:lnTo>
                    <a:pt x="9430" y="514"/>
                  </a:lnTo>
                  <a:lnTo>
                    <a:pt x="9197" y="747"/>
                  </a:lnTo>
                  <a:lnTo>
                    <a:pt x="8917" y="1027"/>
                  </a:lnTo>
                  <a:lnTo>
                    <a:pt x="8730" y="1307"/>
                  </a:lnTo>
                  <a:lnTo>
                    <a:pt x="8590" y="1634"/>
                  </a:lnTo>
                  <a:lnTo>
                    <a:pt x="8496" y="2007"/>
                  </a:lnTo>
                  <a:lnTo>
                    <a:pt x="8450" y="2334"/>
                  </a:lnTo>
                  <a:lnTo>
                    <a:pt x="8450" y="2708"/>
                  </a:lnTo>
                  <a:lnTo>
                    <a:pt x="8496" y="3034"/>
                  </a:lnTo>
                  <a:lnTo>
                    <a:pt x="8590" y="3408"/>
                  </a:lnTo>
                  <a:lnTo>
                    <a:pt x="3408" y="8590"/>
                  </a:lnTo>
                  <a:lnTo>
                    <a:pt x="3081" y="8496"/>
                  </a:lnTo>
                  <a:lnTo>
                    <a:pt x="2708" y="8403"/>
                  </a:lnTo>
                  <a:lnTo>
                    <a:pt x="2381" y="8403"/>
                  </a:lnTo>
                  <a:lnTo>
                    <a:pt x="2007" y="8450"/>
                  </a:lnTo>
                  <a:lnTo>
                    <a:pt x="1681" y="8590"/>
                  </a:lnTo>
                  <a:lnTo>
                    <a:pt x="1354" y="8730"/>
                  </a:lnTo>
                  <a:lnTo>
                    <a:pt x="1027" y="8917"/>
                  </a:lnTo>
                  <a:lnTo>
                    <a:pt x="747" y="9150"/>
                  </a:lnTo>
                  <a:lnTo>
                    <a:pt x="514" y="9430"/>
                  </a:lnTo>
                  <a:lnTo>
                    <a:pt x="327" y="9710"/>
                  </a:lnTo>
                  <a:lnTo>
                    <a:pt x="187" y="10037"/>
                  </a:lnTo>
                  <a:lnTo>
                    <a:pt x="93" y="10364"/>
                  </a:lnTo>
                  <a:lnTo>
                    <a:pt x="47" y="10690"/>
                  </a:lnTo>
                  <a:lnTo>
                    <a:pt x="0" y="11064"/>
                  </a:lnTo>
                  <a:lnTo>
                    <a:pt x="47" y="11391"/>
                  </a:lnTo>
                  <a:lnTo>
                    <a:pt x="140" y="11718"/>
                  </a:lnTo>
                  <a:lnTo>
                    <a:pt x="187" y="11811"/>
                  </a:lnTo>
                  <a:lnTo>
                    <a:pt x="280" y="11858"/>
                  </a:lnTo>
                  <a:lnTo>
                    <a:pt x="373" y="11858"/>
                  </a:lnTo>
                  <a:lnTo>
                    <a:pt x="467" y="11811"/>
                  </a:lnTo>
                  <a:lnTo>
                    <a:pt x="1774" y="10504"/>
                  </a:lnTo>
                  <a:lnTo>
                    <a:pt x="2754" y="10690"/>
                  </a:lnTo>
                  <a:lnTo>
                    <a:pt x="2941" y="11671"/>
                  </a:lnTo>
                  <a:lnTo>
                    <a:pt x="1681" y="12978"/>
                  </a:lnTo>
                  <a:lnTo>
                    <a:pt x="1587" y="13071"/>
                  </a:lnTo>
                  <a:lnTo>
                    <a:pt x="1587" y="13165"/>
                  </a:lnTo>
                  <a:lnTo>
                    <a:pt x="1634" y="13258"/>
                  </a:lnTo>
                  <a:lnTo>
                    <a:pt x="1727" y="13305"/>
                  </a:lnTo>
                  <a:lnTo>
                    <a:pt x="2054" y="13398"/>
                  </a:lnTo>
                  <a:lnTo>
                    <a:pt x="2428" y="13445"/>
                  </a:lnTo>
                  <a:lnTo>
                    <a:pt x="2754" y="13445"/>
                  </a:lnTo>
                  <a:lnTo>
                    <a:pt x="3081" y="13398"/>
                  </a:lnTo>
                  <a:lnTo>
                    <a:pt x="3408" y="13258"/>
                  </a:lnTo>
                  <a:lnTo>
                    <a:pt x="3735" y="13118"/>
                  </a:lnTo>
                  <a:lnTo>
                    <a:pt x="4015" y="12931"/>
                  </a:lnTo>
                  <a:lnTo>
                    <a:pt x="4295" y="12698"/>
                  </a:lnTo>
                  <a:lnTo>
                    <a:pt x="4528" y="12418"/>
                  </a:lnTo>
                  <a:lnTo>
                    <a:pt x="4762" y="12091"/>
                  </a:lnTo>
                  <a:lnTo>
                    <a:pt x="4902" y="11764"/>
                  </a:lnTo>
                  <a:lnTo>
                    <a:pt x="4995" y="11437"/>
                  </a:lnTo>
                  <a:lnTo>
                    <a:pt x="5042" y="11064"/>
                  </a:lnTo>
                  <a:lnTo>
                    <a:pt x="5042" y="10737"/>
                  </a:lnTo>
                  <a:lnTo>
                    <a:pt x="4995" y="10364"/>
                  </a:lnTo>
                  <a:lnTo>
                    <a:pt x="4855" y="10037"/>
                  </a:lnTo>
                  <a:lnTo>
                    <a:pt x="6489" y="8403"/>
                  </a:lnTo>
                  <a:lnTo>
                    <a:pt x="8450" y="6489"/>
                  </a:lnTo>
                  <a:lnTo>
                    <a:pt x="10084" y="4855"/>
                  </a:lnTo>
                  <a:lnTo>
                    <a:pt x="10410" y="4948"/>
                  </a:lnTo>
                  <a:lnTo>
                    <a:pt x="10737" y="4995"/>
                  </a:lnTo>
                  <a:lnTo>
                    <a:pt x="11111" y="4995"/>
                  </a:lnTo>
                  <a:lnTo>
                    <a:pt x="11437" y="4948"/>
                  </a:lnTo>
                  <a:lnTo>
                    <a:pt x="11811" y="4855"/>
                  </a:lnTo>
                  <a:lnTo>
                    <a:pt x="12138" y="4715"/>
                  </a:lnTo>
                  <a:lnTo>
                    <a:pt x="12418" y="4528"/>
                  </a:lnTo>
                  <a:lnTo>
                    <a:pt x="12745" y="4295"/>
                  </a:lnTo>
                  <a:lnTo>
                    <a:pt x="12978" y="4015"/>
                  </a:lnTo>
                  <a:lnTo>
                    <a:pt x="13165" y="3688"/>
                  </a:lnTo>
                  <a:lnTo>
                    <a:pt x="13305" y="3408"/>
                  </a:lnTo>
                  <a:lnTo>
                    <a:pt x="13398" y="3081"/>
                  </a:lnTo>
                  <a:lnTo>
                    <a:pt x="13445" y="2708"/>
                  </a:lnTo>
                  <a:lnTo>
                    <a:pt x="13445" y="2381"/>
                  </a:lnTo>
                  <a:lnTo>
                    <a:pt x="13398" y="2054"/>
                  </a:lnTo>
                  <a:lnTo>
                    <a:pt x="13351" y="1727"/>
                  </a:lnTo>
                  <a:lnTo>
                    <a:pt x="13258" y="1634"/>
                  </a:lnTo>
                  <a:lnTo>
                    <a:pt x="13211" y="1587"/>
                  </a:lnTo>
                  <a:lnTo>
                    <a:pt x="13071" y="1587"/>
                  </a:lnTo>
                  <a:lnTo>
                    <a:pt x="12978" y="1634"/>
                  </a:lnTo>
                  <a:lnTo>
                    <a:pt x="11718" y="2941"/>
                  </a:lnTo>
                  <a:lnTo>
                    <a:pt x="10737" y="2708"/>
                  </a:lnTo>
                  <a:lnTo>
                    <a:pt x="10504" y="1774"/>
                  </a:lnTo>
                  <a:lnTo>
                    <a:pt x="11811" y="467"/>
                  </a:lnTo>
                  <a:lnTo>
                    <a:pt x="11858" y="373"/>
                  </a:lnTo>
                  <a:lnTo>
                    <a:pt x="11858" y="280"/>
                  </a:lnTo>
                  <a:lnTo>
                    <a:pt x="11811" y="187"/>
                  </a:lnTo>
                  <a:lnTo>
                    <a:pt x="11718" y="140"/>
                  </a:lnTo>
                  <a:lnTo>
                    <a:pt x="11391" y="47"/>
                  </a:lnTo>
                  <a:lnTo>
                    <a:pt x="110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435350" y="1496650"/>
              <a:ext cx="138900" cy="140075"/>
            </a:xfrm>
            <a:custGeom>
              <a:rect b="b" l="l" r="r" t="t"/>
              <a:pathLst>
                <a:path extrusionOk="0" h="5603" w="5556">
                  <a:moveTo>
                    <a:pt x="2615" y="1"/>
                  </a:moveTo>
                  <a:lnTo>
                    <a:pt x="1" y="2662"/>
                  </a:lnTo>
                  <a:lnTo>
                    <a:pt x="2708" y="5323"/>
                  </a:lnTo>
                  <a:lnTo>
                    <a:pt x="2802" y="5463"/>
                  </a:lnTo>
                  <a:lnTo>
                    <a:pt x="2988" y="5556"/>
                  </a:lnTo>
                  <a:lnTo>
                    <a:pt x="3128" y="5603"/>
                  </a:lnTo>
                  <a:lnTo>
                    <a:pt x="3455" y="5603"/>
                  </a:lnTo>
                  <a:lnTo>
                    <a:pt x="3642" y="5556"/>
                  </a:lnTo>
                  <a:lnTo>
                    <a:pt x="3782" y="5463"/>
                  </a:lnTo>
                  <a:lnTo>
                    <a:pt x="3922" y="5323"/>
                  </a:lnTo>
                  <a:lnTo>
                    <a:pt x="5322" y="3922"/>
                  </a:lnTo>
                  <a:lnTo>
                    <a:pt x="5416" y="3782"/>
                  </a:lnTo>
                  <a:lnTo>
                    <a:pt x="5509" y="3642"/>
                  </a:lnTo>
                  <a:lnTo>
                    <a:pt x="5556" y="3502"/>
                  </a:lnTo>
                  <a:lnTo>
                    <a:pt x="5556" y="3315"/>
                  </a:lnTo>
                  <a:lnTo>
                    <a:pt x="5556" y="3175"/>
                  </a:lnTo>
                  <a:lnTo>
                    <a:pt x="5509" y="2989"/>
                  </a:lnTo>
                  <a:lnTo>
                    <a:pt x="5416" y="2848"/>
                  </a:lnTo>
                  <a:lnTo>
                    <a:pt x="5322" y="2708"/>
                  </a:lnTo>
                  <a:lnTo>
                    <a:pt x="26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4" name="Google Shape;294;p34"/>
          <p:cNvGrpSpPr/>
          <p:nvPr/>
        </p:nvGrpSpPr>
        <p:grpSpPr>
          <a:xfrm>
            <a:off x="5851575" y="1586275"/>
            <a:ext cx="336150" cy="306950"/>
            <a:chOff x="992050" y="1314600"/>
            <a:chExt cx="336150" cy="306950"/>
          </a:xfrm>
        </p:grpSpPr>
        <p:sp>
          <p:nvSpPr>
            <p:cNvPr id="295" name="Google Shape;295;p34"/>
            <p:cNvSpPr/>
            <p:nvPr/>
          </p:nvSpPr>
          <p:spPr>
            <a:xfrm>
              <a:off x="1164775" y="1329775"/>
              <a:ext cx="119075" cy="119050"/>
            </a:xfrm>
            <a:custGeom>
              <a:rect b="b" l="l" r="r" t="t"/>
              <a:pathLst>
                <a:path extrusionOk="0" h="4762" w="4763">
                  <a:moveTo>
                    <a:pt x="2288" y="0"/>
                  </a:moveTo>
                  <a:lnTo>
                    <a:pt x="2148" y="47"/>
                  </a:lnTo>
                  <a:lnTo>
                    <a:pt x="2008" y="140"/>
                  </a:lnTo>
                  <a:lnTo>
                    <a:pt x="1868" y="234"/>
                  </a:lnTo>
                  <a:lnTo>
                    <a:pt x="234" y="1867"/>
                  </a:lnTo>
                  <a:lnTo>
                    <a:pt x="141" y="2007"/>
                  </a:lnTo>
                  <a:lnTo>
                    <a:pt x="47" y="2148"/>
                  </a:lnTo>
                  <a:lnTo>
                    <a:pt x="1" y="2288"/>
                  </a:lnTo>
                  <a:lnTo>
                    <a:pt x="1" y="2428"/>
                  </a:lnTo>
                  <a:lnTo>
                    <a:pt x="1" y="2568"/>
                  </a:lnTo>
                  <a:lnTo>
                    <a:pt x="47" y="2754"/>
                  </a:lnTo>
                  <a:lnTo>
                    <a:pt x="141" y="2894"/>
                  </a:lnTo>
                  <a:lnTo>
                    <a:pt x="234" y="2988"/>
                  </a:lnTo>
                  <a:lnTo>
                    <a:pt x="1775" y="4528"/>
                  </a:lnTo>
                  <a:lnTo>
                    <a:pt x="1915" y="4622"/>
                  </a:lnTo>
                  <a:lnTo>
                    <a:pt x="2055" y="4715"/>
                  </a:lnTo>
                  <a:lnTo>
                    <a:pt x="2195" y="4762"/>
                  </a:lnTo>
                  <a:lnTo>
                    <a:pt x="2475" y="4762"/>
                  </a:lnTo>
                  <a:lnTo>
                    <a:pt x="2662" y="4715"/>
                  </a:lnTo>
                  <a:lnTo>
                    <a:pt x="2802" y="4622"/>
                  </a:lnTo>
                  <a:lnTo>
                    <a:pt x="2895" y="4528"/>
                  </a:lnTo>
                  <a:lnTo>
                    <a:pt x="4482" y="2941"/>
                  </a:lnTo>
                  <a:lnTo>
                    <a:pt x="4622" y="2708"/>
                  </a:lnTo>
                  <a:lnTo>
                    <a:pt x="4716" y="2568"/>
                  </a:lnTo>
                  <a:lnTo>
                    <a:pt x="4762" y="2381"/>
                  </a:lnTo>
                  <a:lnTo>
                    <a:pt x="4762" y="2241"/>
                  </a:lnTo>
                  <a:lnTo>
                    <a:pt x="4716" y="2054"/>
                  </a:lnTo>
                  <a:lnTo>
                    <a:pt x="4622" y="1914"/>
                  </a:lnTo>
                  <a:lnTo>
                    <a:pt x="4529" y="1774"/>
                  </a:lnTo>
                  <a:lnTo>
                    <a:pt x="2988" y="234"/>
                  </a:lnTo>
                  <a:lnTo>
                    <a:pt x="2848" y="140"/>
                  </a:lnTo>
                  <a:lnTo>
                    <a:pt x="2708" y="47"/>
                  </a:lnTo>
                  <a:lnTo>
                    <a:pt x="25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1108750" y="1314600"/>
              <a:ext cx="85225" cy="49025"/>
            </a:xfrm>
            <a:custGeom>
              <a:rect b="b" l="l" r="r" t="t"/>
              <a:pathLst>
                <a:path extrusionOk="0" h="1961" w="3409">
                  <a:moveTo>
                    <a:pt x="1495" y="0"/>
                  </a:moveTo>
                  <a:lnTo>
                    <a:pt x="1121" y="47"/>
                  </a:lnTo>
                  <a:lnTo>
                    <a:pt x="748" y="94"/>
                  </a:lnTo>
                  <a:lnTo>
                    <a:pt x="328" y="187"/>
                  </a:lnTo>
                  <a:lnTo>
                    <a:pt x="234" y="234"/>
                  </a:lnTo>
                  <a:lnTo>
                    <a:pt x="141" y="327"/>
                  </a:lnTo>
                  <a:lnTo>
                    <a:pt x="94" y="420"/>
                  </a:lnTo>
                  <a:lnTo>
                    <a:pt x="48" y="514"/>
                  </a:lnTo>
                  <a:lnTo>
                    <a:pt x="1" y="981"/>
                  </a:lnTo>
                  <a:lnTo>
                    <a:pt x="1" y="1167"/>
                  </a:lnTo>
                  <a:lnTo>
                    <a:pt x="48" y="1261"/>
                  </a:lnTo>
                  <a:lnTo>
                    <a:pt x="141" y="1401"/>
                  </a:lnTo>
                  <a:lnTo>
                    <a:pt x="281" y="1447"/>
                  </a:lnTo>
                  <a:lnTo>
                    <a:pt x="1028" y="1634"/>
                  </a:lnTo>
                  <a:lnTo>
                    <a:pt x="1448" y="1774"/>
                  </a:lnTo>
                  <a:lnTo>
                    <a:pt x="1868" y="1961"/>
                  </a:lnTo>
                  <a:lnTo>
                    <a:pt x="3409" y="420"/>
                  </a:lnTo>
                  <a:lnTo>
                    <a:pt x="3035" y="280"/>
                  </a:lnTo>
                  <a:lnTo>
                    <a:pt x="2662" y="140"/>
                  </a:lnTo>
                  <a:lnTo>
                    <a:pt x="2288" y="94"/>
                  </a:lnTo>
                  <a:lnTo>
                    <a:pt x="1915" y="47"/>
                  </a:lnTo>
                  <a:lnTo>
                    <a:pt x="14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4"/>
            <p:cNvSpPr/>
            <p:nvPr/>
          </p:nvSpPr>
          <p:spPr>
            <a:xfrm>
              <a:off x="1248800" y="1416125"/>
              <a:ext cx="79400" cy="79400"/>
            </a:xfrm>
            <a:custGeom>
              <a:rect b="b" l="l" r="r" t="t"/>
              <a:pathLst>
                <a:path extrusionOk="0" h="3176" w="3176">
                  <a:moveTo>
                    <a:pt x="1728" y="1"/>
                  </a:moveTo>
                  <a:lnTo>
                    <a:pt x="1" y="1728"/>
                  </a:lnTo>
                  <a:lnTo>
                    <a:pt x="94" y="1868"/>
                  </a:lnTo>
                  <a:lnTo>
                    <a:pt x="94" y="2008"/>
                  </a:lnTo>
                  <a:lnTo>
                    <a:pt x="94" y="2148"/>
                  </a:lnTo>
                  <a:lnTo>
                    <a:pt x="188" y="2288"/>
                  </a:lnTo>
                  <a:lnTo>
                    <a:pt x="935" y="3035"/>
                  </a:lnTo>
                  <a:lnTo>
                    <a:pt x="1075" y="3128"/>
                  </a:lnTo>
                  <a:lnTo>
                    <a:pt x="1215" y="3175"/>
                  </a:lnTo>
                  <a:lnTo>
                    <a:pt x="1355" y="3128"/>
                  </a:lnTo>
                  <a:lnTo>
                    <a:pt x="1495" y="3035"/>
                  </a:lnTo>
                  <a:lnTo>
                    <a:pt x="3035" y="1495"/>
                  </a:lnTo>
                  <a:lnTo>
                    <a:pt x="3129" y="1354"/>
                  </a:lnTo>
                  <a:lnTo>
                    <a:pt x="3175" y="1214"/>
                  </a:lnTo>
                  <a:lnTo>
                    <a:pt x="3129" y="1074"/>
                  </a:lnTo>
                  <a:lnTo>
                    <a:pt x="3035" y="934"/>
                  </a:lnTo>
                  <a:lnTo>
                    <a:pt x="2288" y="187"/>
                  </a:lnTo>
                  <a:lnTo>
                    <a:pt x="2148" y="94"/>
                  </a:lnTo>
                  <a:lnTo>
                    <a:pt x="1868" y="94"/>
                  </a:lnTo>
                  <a:lnTo>
                    <a:pt x="17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4"/>
            <p:cNvSpPr/>
            <p:nvPr/>
          </p:nvSpPr>
          <p:spPr>
            <a:xfrm>
              <a:off x="1076075" y="1416125"/>
              <a:ext cx="121400" cy="79400"/>
            </a:xfrm>
            <a:custGeom>
              <a:rect b="b" l="l" r="r" t="t"/>
              <a:pathLst>
                <a:path extrusionOk="0" h="3176" w="4856">
                  <a:moveTo>
                    <a:pt x="3175" y="1"/>
                  </a:moveTo>
                  <a:lnTo>
                    <a:pt x="1" y="3175"/>
                  </a:lnTo>
                  <a:lnTo>
                    <a:pt x="3362" y="3175"/>
                  </a:lnTo>
                  <a:lnTo>
                    <a:pt x="4856" y="1681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4"/>
            <p:cNvSpPr/>
            <p:nvPr/>
          </p:nvSpPr>
          <p:spPr>
            <a:xfrm>
              <a:off x="992050" y="1515325"/>
              <a:ext cx="148250" cy="106225"/>
            </a:xfrm>
            <a:custGeom>
              <a:rect b="b" l="l" r="r" t="t"/>
              <a:pathLst>
                <a:path extrusionOk="0" h="4249" w="5930">
                  <a:moveTo>
                    <a:pt x="2615" y="1"/>
                  </a:moveTo>
                  <a:lnTo>
                    <a:pt x="94" y="2475"/>
                  </a:lnTo>
                  <a:lnTo>
                    <a:pt x="1" y="2615"/>
                  </a:lnTo>
                  <a:lnTo>
                    <a:pt x="1" y="2755"/>
                  </a:lnTo>
                  <a:lnTo>
                    <a:pt x="1" y="2895"/>
                  </a:lnTo>
                  <a:lnTo>
                    <a:pt x="94" y="3035"/>
                  </a:lnTo>
                  <a:lnTo>
                    <a:pt x="1214" y="4156"/>
                  </a:lnTo>
                  <a:lnTo>
                    <a:pt x="1354" y="4249"/>
                  </a:lnTo>
                  <a:lnTo>
                    <a:pt x="1634" y="4249"/>
                  </a:lnTo>
                  <a:lnTo>
                    <a:pt x="1775" y="4156"/>
                  </a:lnTo>
                  <a:lnTo>
                    <a:pt x="5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0"/>
          <p:cNvSpPr txBox="1"/>
          <p:nvPr>
            <p:ph idx="4294967295" type="title"/>
          </p:nvPr>
        </p:nvSpPr>
        <p:spPr>
          <a:xfrm flipH="1">
            <a:off x="5073725" y="1474348"/>
            <a:ext cx="2877000" cy="858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>
              <a:defRPr sz="1300" b="1"/>
            </a:pPr>
            <a:r>
              <a:t>Mathematical Formulations</a:t>
            </a:r>
          </a:p>
        </p:txBody>
      </p:sp>
      <p:sp>
        <p:nvSpPr>
          <p:cNvPr id="455" name="Google Shape;455;p40"/>
          <p:cNvSpPr txBox="1"/>
          <p:nvPr>
            <p:ph idx="4294967295" type="subTitle"/>
          </p:nvPr>
        </p:nvSpPr>
        <p:spPr>
          <a:xfrm>
            <a:off x="5075005" y="2242737"/>
            <a:ext cx="2874600" cy="152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  <a:defRPr sz="950"/>
            </a:pPr>
            <a:r>
              <a:t>• Observer Filter: dF_hat/dt = ω_obs · (F_meas - F_hat) with ω_obs = 35 rad/s.</a:t>
            </a:r>
            <a:endParaRPr/>
          </a:p>
          <a:p>
            <a:pPr>
              <a:spcAft>
                <a:spcPts val="400"/>
              </a:spcAft>
              <a:defRPr sz="950"/>
            </a:pPr>
            <a:r>
              <a:t>• Feedforward Rejection: a_des = a_PID - (1/m) F_hat cancels wind drag.</a:t>
            </a:r>
          </a:p>
          <a:p>
            <a:pPr>
              <a:spcAft>
                <a:spcPts val="400"/>
              </a:spcAft>
              <a:defRPr sz="950"/>
            </a:pPr>
            <a:r>
              <a:t>• Tilt Thrust: T = m a_z / (cos φ cos θ) maintains rock-solid altitude during 37° lean.</a:t>
            </a:r>
          </a:p>
          <a:p>
            <a:pPr>
              <a:spcAft>
                <a:spcPts val="400"/>
              </a:spcAft>
              <a:defRPr sz="950"/>
            </a:pPr>
            <a:r>
              <a:t>• Lyapunov Stability: Error ||e_obs(t)|| → 0 exponentially under bounded gusts.</a:t>
            </a:r>
          </a:p>
        </p:txBody>
      </p:sp>
      <p:sp>
        <p:nvSpPr>
          <p:cNvPr id="456" name="Google Shape;456;p40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900" b="1"/>
            </a:pPr>
            <a:r>
              <a:t>Control Architecture: Two-Time-Scale Disturbance Observer</a:t>
            </a:r>
          </a:p>
        </p:txBody>
      </p:sp>
      <p:sp>
        <p:nvSpPr>
          <p:cNvPr id="457" name="Google Shape;457;p40"/>
          <p:cNvSpPr txBox="1"/>
          <p:nvPr>
            <p:ph idx="4294967295" type="subTitle"/>
          </p:nvPr>
        </p:nvSpPr>
        <p:spPr>
          <a:xfrm>
            <a:off x="720000" y="4233047"/>
            <a:ext cx="7704000" cy="36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850"/>
            </a:pPr>
            <a:r>
              <a:t>Figure: Disturbance Observer Outer-Loop Feedforward &amp; SO(3) Attitude Allocation</a:t>
            </a:r>
          </a:p>
        </p:txBody>
      </p:sp>
      <p:pic>
        <p:nvPicPr>
          <p:cNvPr id="458" name="Picture 457" descr="control_system_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25" y="1504246"/>
            <a:ext cx="4196249" cy="23603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"/>
          <p:cNvSpPr txBox="1"/>
          <p:nvPr>
            <p:ph type="title"/>
          </p:nvPr>
        </p:nvSpPr>
        <p:spPr>
          <a:xfrm>
            <a:off x="2946947" y="1473500"/>
            <a:ext cx="52944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500" b="1"/>
            </a:pPr>
            <a:r>
              <a:t>3D Simulation Arena &amp; 11-Waypoint Obstacle Corridor</a:t>
            </a:r>
          </a:p>
        </p:txBody>
      </p:sp>
      <p:sp>
        <p:nvSpPr>
          <p:cNvPr id="470" name="Google Shape;470;p42"/>
          <p:cNvSpPr txBox="1"/>
          <p:nvPr>
            <p:ph idx="1" type="subTitle"/>
          </p:nvPr>
        </p:nvSpPr>
        <p:spPr>
          <a:xfrm>
            <a:off x="2946947" y="2054500"/>
            <a:ext cx="5290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400"/>
              </a:spcAft>
              <a:buSzPts val="1200"/>
              <a:buAutoNum type="arabicPeriod"/>
              <a:defRPr sz="950"/>
            </a:pPr>
            <a:r>
              <a:t>• 6 Industrial Obstacles: Helipad, 4m Gate, 2m Rooftop Station, Towers A &amp; B, Pylons.</a:t>
            </a:r>
            <a:endParaRPr/>
          </a:p>
          <a:p>
            <a:pPr>
              <a:spcAft>
                <a:spcPts val="400"/>
              </a:spcAft>
              <a:defRPr sz="950"/>
            </a:pPr>
            <a:r>
              <a:t>• Verified Clearances: Margins ≥ 0.82 m - 2.10 m from rotor tip to any obstacle surface.</a:t>
            </a:r>
          </a:p>
          <a:p>
            <a:pPr>
              <a:spcAft>
                <a:spcPts val="400"/>
              </a:spcAft>
              <a:defRPr sz="950"/>
            </a:pPr>
            <a:r>
              <a:t>• Inspection Gate Fly-Through: Flies through opening (W=3.2m, H=4m) to Y=6.5m before turning.</a:t>
            </a:r>
          </a:p>
          <a:p>
            <a:pPr>
              <a:spcAft>
                <a:spcPts val="400"/>
              </a:spcAft>
              <a:defRPr sz="950"/>
            </a:pPr>
            <a:r>
              <a:t>• Rooftop Survey: Surveys elevated target at Z=3.5m (1.5m above roof) under 8.5 m/s crosswinds.</a:t>
            </a:r>
          </a:p>
        </p:txBody>
      </p:sp>
      <p:sp>
        <p:nvSpPr>
          <p:cNvPr id="471" name="Google Shape;471;p42"/>
          <p:cNvSpPr/>
          <p:nvPr/>
        </p:nvSpPr>
        <p:spPr>
          <a:xfrm>
            <a:off x="980299" y="1040764"/>
            <a:ext cx="1517074" cy="2894681"/>
          </a:xfrm>
          <a:custGeom>
            <a:rect b="b" l="l" r="r" t="t"/>
            <a:pathLst>
              <a:path extrusionOk="0" h="161331" w="84552">
                <a:moveTo>
                  <a:pt x="1" y="1"/>
                </a:moveTo>
                <a:lnTo>
                  <a:pt x="1" y="161331"/>
                </a:lnTo>
                <a:lnTo>
                  <a:pt x="84551" y="161331"/>
                </a:lnTo>
                <a:lnTo>
                  <a:pt x="84551" y="1"/>
                </a:lnTo>
                <a:close/>
              </a:path>
            </a:pathLst>
          </a:custGeom>
          <a:solidFill>
            <a:srgbClr val="909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2" name="Google Shape;472;p42"/>
          <p:cNvGrpSpPr/>
          <p:nvPr/>
        </p:nvGrpSpPr>
        <p:grpSpPr>
          <a:xfrm>
            <a:off x="902653" y="874414"/>
            <a:ext cx="1672395" cy="3394672"/>
            <a:chOff x="5186401" y="494525"/>
            <a:chExt cx="1834973" cy="3724678"/>
          </a:xfrm>
        </p:grpSpPr>
        <p:sp>
          <p:nvSpPr>
            <p:cNvPr id="473" name="Google Shape;473;p42"/>
            <p:cNvSpPr/>
            <p:nvPr/>
          </p:nvSpPr>
          <p:spPr>
            <a:xfrm>
              <a:off x="5186401" y="494525"/>
              <a:ext cx="1834973" cy="3724678"/>
            </a:xfrm>
            <a:custGeom>
              <a:rect b="b" l="l" r="r" t="t"/>
              <a:pathLst>
                <a:path extrusionOk="0" h="189190" w="93205">
                  <a:moveTo>
                    <a:pt x="2870" y="0"/>
                  </a:moveTo>
                  <a:cubicBezTo>
                    <a:pt x="1280" y="0"/>
                    <a:pt x="0" y="1280"/>
                    <a:pt x="0" y="2914"/>
                  </a:cubicBezTo>
                  <a:lnTo>
                    <a:pt x="0" y="186320"/>
                  </a:lnTo>
                  <a:cubicBezTo>
                    <a:pt x="0" y="187909"/>
                    <a:pt x="1280" y="189190"/>
                    <a:pt x="2870" y="189190"/>
                  </a:cubicBezTo>
                  <a:lnTo>
                    <a:pt x="90334" y="189190"/>
                  </a:lnTo>
                  <a:cubicBezTo>
                    <a:pt x="91924" y="189190"/>
                    <a:pt x="93204" y="187909"/>
                    <a:pt x="93204" y="186320"/>
                  </a:cubicBezTo>
                  <a:lnTo>
                    <a:pt x="93204" y="2914"/>
                  </a:lnTo>
                  <a:cubicBezTo>
                    <a:pt x="93204" y="1280"/>
                    <a:pt x="91924" y="0"/>
                    <a:pt x="903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2"/>
            <p:cNvSpPr/>
            <p:nvPr/>
          </p:nvSpPr>
          <p:spPr>
            <a:xfrm>
              <a:off x="5890455" y="3969678"/>
              <a:ext cx="458108" cy="154724"/>
            </a:xfrm>
            <a:custGeom>
              <a:rect b="b" l="l" r="r" t="t"/>
              <a:pathLst>
                <a:path extrusionOk="0" h="7859" w="23269">
                  <a:moveTo>
                    <a:pt x="796" y="0"/>
                  </a:moveTo>
                  <a:cubicBezTo>
                    <a:pt x="354" y="0"/>
                    <a:pt x="1" y="353"/>
                    <a:pt x="1" y="751"/>
                  </a:cubicBezTo>
                  <a:lnTo>
                    <a:pt x="1" y="7064"/>
                  </a:lnTo>
                  <a:cubicBezTo>
                    <a:pt x="1" y="7506"/>
                    <a:pt x="354" y="7859"/>
                    <a:pt x="796" y="7859"/>
                  </a:cubicBezTo>
                  <a:lnTo>
                    <a:pt x="22474" y="7859"/>
                  </a:lnTo>
                  <a:cubicBezTo>
                    <a:pt x="22916" y="7859"/>
                    <a:pt x="23269" y="7506"/>
                    <a:pt x="23269" y="7064"/>
                  </a:cubicBezTo>
                  <a:lnTo>
                    <a:pt x="23269" y="751"/>
                  </a:lnTo>
                  <a:cubicBezTo>
                    <a:pt x="23269" y="353"/>
                    <a:pt x="22916" y="0"/>
                    <a:pt x="224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75" name="Picture 474" descr="gazebo_3d_simulation_are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07" y="1919245"/>
            <a:ext cx="1517117" cy="11378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900" b="1"/>
            </a:pPr>
            <a:r>
              <a:t>Empirical Results: Multi-Position Wind Gust Benchmark</a:t>
            </a:r>
          </a:p>
        </p:txBody>
      </p:sp>
      <p:sp>
        <p:nvSpPr>
          <p:cNvPr id="538" name="Google Shape;538;p46"/>
          <p:cNvSpPr txBox="1"/>
          <p:nvPr>
            <p:ph idx="4294967295" type="subTitle"/>
          </p:nvPr>
        </p:nvSpPr>
        <p:spPr>
          <a:xfrm>
            <a:off x="720000" y="4156847"/>
            <a:ext cx="7704000" cy="27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850"/>
            </a:pPr>
            <a:r>
              <a:t>Empirical Comparison: 3D Trajectory Tracking &amp; Disturbance Reconstruction</a:t>
            </a:r>
          </a:p>
        </p:txBody>
      </p:sp>
      <p:sp>
        <p:nvSpPr>
          <p:cNvPr id="539" name="Google Shape;539;p46"/>
          <p:cNvSpPr txBox="1"/>
          <p:nvPr>
            <p:ph idx="4294967295" type="title"/>
          </p:nvPr>
        </p:nvSpPr>
        <p:spPr>
          <a:xfrm>
            <a:off x="6489369" y="1223413"/>
            <a:ext cx="16731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00"/>
            </a:pPr>
            <a:r>
              <a:t>Gust 1 (Gate, 7.5m/s): 85.8% Cut (12.2cm vs 86.2cm)</a:t>
            </a:r>
          </a:p>
        </p:txBody>
      </p:sp>
      <p:sp>
        <p:nvSpPr>
          <p:cNvPr id="540" name="Google Shape;540;p46"/>
          <p:cNvSpPr/>
          <p:nvPr/>
        </p:nvSpPr>
        <p:spPr>
          <a:xfrm>
            <a:off x="6264869" y="1311163"/>
            <a:ext cx="183300" cy="18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6"/>
          <p:cNvSpPr txBox="1"/>
          <p:nvPr>
            <p:ph idx="4294967295" type="title"/>
          </p:nvPr>
        </p:nvSpPr>
        <p:spPr>
          <a:xfrm>
            <a:off x="6489369" y="1807878"/>
            <a:ext cx="16731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00"/>
            </a:pPr>
            <a:r>
              <a:t>Gust 2 (Rooftop, 8.5m/s): 73.3% Cut (41.9cm vs 157.1cm)</a:t>
            </a:r>
          </a:p>
        </p:txBody>
      </p:sp>
      <p:sp>
        <p:nvSpPr>
          <p:cNvPr id="542" name="Google Shape;542;p46"/>
          <p:cNvSpPr/>
          <p:nvPr/>
        </p:nvSpPr>
        <p:spPr>
          <a:xfrm>
            <a:off x="6264869" y="1895628"/>
            <a:ext cx="183300" cy="18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6"/>
          <p:cNvSpPr txBox="1"/>
          <p:nvPr>
            <p:ph idx="4294967295" type="title"/>
          </p:nvPr>
        </p:nvSpPr>
        <p:spPr>
          <a:xfrm>
            <a:off x="6489369" y="2392344"/>
            <a:ext cx="16731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00"/>
            </a:pPr>
            <a:r>
              <a:t>Gust 3 (Helipad, 8.0m/s): 64.7% Cut (29.9cm vs 84.7cm)</a:t>
            </a:r>
          </a:p>
        </p:txBody>
      </p:sp>
      <p:sp>
        <p:nvSpPr>
          <p:cNvPr id="544" name="Google Shape;544;p46"/>
          <p:cNvSpPr/>
          <p:nvPr/>
        </p:nvSpPr>
        <p:spPr>
          <a:xfrm>
            <a:off x="6264869" y="2480094"/>
            <a:ext cx="183300" cy="18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46"/>
          <p:cNvSpPr txBox="1"/>
          <p:nvPr>
            <p:ph idx="4294967295" type="title"/>
          </p:nvPr>
        </p:nvSpPr>
        <p:spPr>
          <a:xfrm>
            <a:off x="6489369" y="2976809"/>
            <a:ext cx="16731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00"/>
            </a:pPr>
            <a:r>
              <a:t>Global Cross-Track Error: 38.7% Reduction (20.2cm vs 32.9cm)</a:t>
            </a:r>
          </a:p>
        </p:txBody>
      </p:sp>
      <p:sp>
        <p:nvSpPr>
          <p:cNvPr id="546" name="Google Shape;546;p46"/>
          <p:cNvSpPr/>
          <p:nvPr/>
        </p:nvSpPr>
        <p:spPr>
          <a:xfrm>
            <a:off x="6264869" y="3064559"/>
            <a:ext cx="183300" cy="18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6"/>
          <p:cNvSpPr txBox="1"/>
          <p:nvPr>
            <p:ph idx="4294967295" type="title"/>
          </p:nvPr>
        </p:nvSpPr>
        <p:spPr>
          <a:xfrm>
            <a:off x="6489369" y="3561275"/>
            <a:ext cx="1673100" cy="35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00"/>
            </a:pPr>
            <a:r>
              <a:t>Safety Envelope: Zero obstacle collisions across all 11 waypoints</a:t>
            </a:r>
          </a:p>
        </p:txBody>
      </p:sp>
      <p:sp>
        <p:nvSpPr>
          <p:cNvPr id="548" name="Google Shape;548;p46"/>
          <p:cNvSpPr/>
          <p:nvPr/>
        </p:nvSpPr>
        <p:spPr>
          <a:xfrm>
            <a:off x="6264869" y="3649025"/>
            <a:ext cx="183300" cy="183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Picture 548" descr="multi_gust_dob_vs_p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2050" y="1066860"/>
            <a:ext cx="3549776" cy="29375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4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900" b="1"/>
            </a:pPr>
            <a:r>
              <a:t>Ground Control Station (GCS) &amp; Human Teleoperation</a:t>
            </a:r>
          </a:p>
        </p:txBody>
      </p:sp>
      <p:graphicFrame>
        <p:nvGraphicFramePr>
          <p:cNvPr id="555" name="Google Shape;555;p47"/>
          <p:cNvGraphicFramePr/>
          <p:nvPr/>
        </p:nvGraphicFramePr>
        <p:xfrm>
          <a:off x="797802" y="103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{AC801622-11C6-4DC2-953D-C446924FF4FE}</a:tableStyleId>
              </a:tblPr>
              <a:tblGrid>
                <a:gridCol w="1123500"/>
                <a:gridCol w="1123500"/>
                <a:gridCol w="1123500"/>
              </a:tblGrid>
              <a:tr h="50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anrope ExtraBold"/>
                          <a:ea typeface="Manrope ExtraBold"/>
                          <a:cs typeface="Manrope ExtraBold"/>
                          <a:sym typeface="Manrope ExtraBold"/>
                        </a:rPr>
                        <a:t>Resource</a:t>
                      </a:r>
                      <a:endParaRPr sz="1200">
                        <a:solidFill>
                          <a:schemeClr val="lt1"/>
                        </a:solidFill>
                        <a:latin typeface="Manrope ExtraBold"/>
                        <a:ea typeface="Manrope ExtraBold"/>
                        <a:cs typeface="Manrope ExtraBold"/>
                        <a:sym typeface="Manrope Extra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anrope ExtraBold"/>
                          <a:ea typeface="Manrope ExtraBold"/>
                          <a:cs typeface="Manrope ExtraBold"/>
                          <a:sym typeface="Manrope ExtraBold"/>
                        </a:rPr>
                        <a:t>Utilization rate</a:t>
                      </a:r>
                      <a:endParaRPr sz="1200">
                        <a:solidFill>
                          <a:schemeClr val="lt1"/>
                        </a:solidFill>
                        <a:latin typeface="Manrope ExtraBold"/>
                        <a:ea typeface="Manrope ExtraBold"/>
                        <a:cs typeface="Manrope ExtraBold"/>
                        <a:sym typeface="Manrope Extra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latin typeface="Manrope ExtraBold"/>
                          <a:ea typeface="Manrope ExtraBold"/>
                          <a:cs typeface="Manrope ExtraBold"/>
                          <a:sym typeface="Manrope ExtraBold"/>
                        </a:rPr>
                        <a:t>Cost per unit</a:t>
                      </a:r>
                      <a:endParaRPr sz="1200">
                        <a:solidFill>
                          <a:schemeClr val="lt1"/>
                        </a:solidFill>
                        <a:latin typeface="Manrope ExtraBold"/>
                        <a:ea typeface="Manrope ExtraBold"/>
                        <a:cs typeface="Manrope ExtraBold"/>
                        <a:sym typeface="Manrope Extra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Labor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Equipment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70%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$100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Materials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95%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Rent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90%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$1,000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Energy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$80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Licenses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80%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$200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Advertising</a:t>
                      </a:r>
                      <a:endParaRPr b="1"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60%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$500</a:t>
                      </a:r>
                      <a:endParaRPr sz="1100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0" marB="0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6" name="Google Shape;556;p47"/>
          <p:cNvSpPr txBox="1"/>
          <p:nvPr/>
        </p:nvSpPr>
        <p:spPr>
          <a:xfrm>
            <a:off x="4395858" y="1027525"/>
            <a:ext cx="198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1600" b="1"/>
            </a:pPr>
            <a:r>
              <a:t>85.8%</a:t>
            </a:r>
          </a:p>
        </p:txBody>
      </p:sp>
      <p:sp>
        <p:nvSpPr>
          <p:cNvPr id="557" name="Google Shape;557;p47"/>
          <p:cNvSpPr txBox="1"/>
          <p:nvPr/>
        </p:nvSpPr>
        <p:spPr>
          <a:xfrm>
            <a:off x="6361998" y="1027525"/>
            <a:ext cx="198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1600" b="1"/>
            </a:pPr>
            <a:r>
              <a:t>28.5 ms</a:t>
            </a:r>
          </a:p>
        </p:txBody>
      </p:sp>
      <p:sp>
        <p:nvSpPr>
          <p:cNvPr id="558" name="Google Shape;558;p47"/>
          <p:cNvSpPr txBox="1"/>
          <p:nvPr/>
        </p:nvSpPr>
        <p:spPr>
          <a:xfrm>
            <a:off x="4395858" y="1370575"/>
            <a:ext cx="198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50"/>
            </a:pPr>
            <a:r>
              <a:t>Peak Drift Reduction</a:t>
            </a:r>
          </a:p>
        </p:txBody>
      </p:sp>
      <p:sp>
        <p:nvSpPr>
          <p:cNvPr id="559" name="Google Shape;559;p47"/>
          <p:cNvSpPr txBox="1"/>
          <p:nvPr/>
        </p:nvSpPr>
        <p:spPr>
          <a:xfrm>
            <a:off x="6361998" y="1370575"/>
            <a:ext cx="198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950"/>
            </a:pPr>
            <a:r>
              <a:t>Observer Time Constant</a:t>
            </a:r>
          </a:p>
        </p:txBody>
      </p:sp>
      <p:sp>
        <p:nvSpPr>
          <p:cNvPr id="560" name="Google Shape;560;p47"/>
          <p:cNvSpPr txBox="1"/>
          <p:nvPr/>
        </p:nvSpPr>
        <p:spPr>
          <a:xfrm>
            <a:off x="4395858" y="4130375"/>
            <a:ext cx="3950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>
              <a:defRPr sz="850"/>
            </a:pPr>
            <a:r>
              <a:t>Features: Dynamic Drag Calculator (Fd = ½ρCdAv²), 1-Click Patrol, Emergency Abort</a:t>
            </a:r>
          </a:p>
        </p:txBody>
      </p:sp>
      <p:pic>
        <p:nvPicPr>
          <p:cNvPr id="561" name="Picture 560" descr="gcs_teleop_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7037" y="1708625"/>
            <a:ext cx="1627850" cy="2441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8"/>
          <p:cNvSpPr/>
          <p:nvPr/>
        </p:nvSpPr>
        <p:spPr>
          <a:xfrm>
            <a:off x="3304025" y="2642099"/>
            <a:ext cx="629400" cy="62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/>
          <p:nvPr/>
        </p:nvSpPr>
        <p:spPr>
          <a:xfrm>
            <a:off x="2542025" y="2642099"/>
            <a:ext cx="629400" cy="62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48"/>
          <p:cNvSpPr/>
          <p:nvPr/>
        </p:nvSpPr>
        <p:spPr>
          <a:xfrm>
            <a:off x="1780025" y="2642099"/>
            <a:ext cx="629400" cy="62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48"/>
          <p:cNvSpPr/>
          <p:nvPr/>
        </p:nvSpPr>
        <p:spPr>
          <a:xfrm>
            <a:off x="1018025" y="2642099"/>
            <a:ext cx="629400" cy="62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8"/>
          <p:cNvSpPr txBox="1"/>
          <p:nvPr>
            <p:ph idx="1" type="subTitle"/>
          </p:nvPr>
        </p:nvSpPr>
        <p:spPr>
          <a:xfrm>
            <a:off x="953250" y="1636491"/>
            <a:ext cx="4620000" cy="9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1050"/>
            </a:pPr>
            <a:r>
              <a:t>• Core Contribution: Active Disturbance Rejection Control (ADRC) with proven Lyapunov stability.</a:t>
            </a:r>
          </a:p>
          <a:p>
            <a:r>
              <a:t>• Verified Performance: 85.8% drift cut in Gazebo 11 physics under severe aerodynamic wind shocks.</a:t>
            </a:r>
          </a:p>
          <a:p>
            <a:r>
              <a:t>• Complete Open-Source Suite: ROS 2 Humble packages, GCS HUD, and automated benchmark tests.</a:t>
            </a:r>
          </a:p>
          <a:p/>
          <a:p>
            <a:r>
              <a:t>GitHub: github.com/Sarat-2007/ros2-quadrotor-dob-wind-rejection (Branch: main)</a:t>
            </a:r>
          </a:p>
        </p:txBody>
      </p:sp>
      <p:sp>
        <p:nvSpPr>
          <p:cNvPr id="571" name="Google Shape;571;p48"/>
          <p:cNvSpPr txBox="1"/>
          <p:nvPr>
            <p:ph type="title"/>
          </p:nvPr>
        </p:nvSpPr>
        <p:spPr>
          <a:xfrm>
            <a:off x="953250" y="537950"/>
            <a:ext cx="4616700" cy="109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>
              <a:defRPr sz="2800" b="1"/>
            </a:pPr>
            <a:r>
              <a:t>Summary &amp; Q&amp;A</a:t>
            </a:r>
          </a:p>
        </p:txBody>
      </p:sp>
      <p:sp>
        <p:nvSpPr>
          <p:cNvPr id="572" name="Google Shape;572;p48"/>
          <p:cNvSpPr/>
          <p:nvPr/>
        </p:nvSpPr>
        <p:spPr>
          <a:xfrm>
            <a:off x="3513313" y="2835260"/>
            <a:ext cx="210823" cy="243078"/>
          </a:xfrm>
          <a:custGeom>
            <a:rect b="b" l="l" r="r" t="t"/>
            <a:pathLst>
              <a:path extrusionOk="0" h="209550" w="184125">
                <a:moveTo>
                  <a:pt x="96778" y="0"/>
                </a:moveTo>
                <a:lnTo>
                  <a:pt x="96778" y="93498"/>
                </a:lnTo>
                <a:lnTo>
                  <a:pt x="96778" y="144758"/>
                </a:lnTo>
                <a:lnTo>
                  <a:pt x="96676" y="147218"/>
                </a:lnTo>
                <a:lnTo>
                  <a:pt x="96368" y="149781"/>
                </a:lnTo>
                <a:lnTo>
                  <a:pt x="95856" y="152139"/>
                </a:lnTo>
                <a:lnTo>
                  <a:pt x="95138" y="154497"/>
                </a:lnTo>
                <a:lnTo>
                  <a:pt x="94318" y="156752"/>
                </a:lnTo>
                <a:lnTo>
                  <a:pt x="93293" y="159008"/>
                </a:lnTo>
                <a:lnTo>
                  <a:pt x="92063" y="161058"/>
                </a:lnTo>
                <a:lnTo>
                  <a:pt x="90730" y="163006"/>
                </a:lnTo>
                <a:lnTo>
                  <a:pt x="89294" y="164851"/>
                </a:lnTo>
                <a:lnTo>
                  <a:pt x="87654" y="166594"/>
                </a:lnTo>
                <a:lnTo>
                  <a:pt x="85911" y="168235"/>
                </a:lnTo>
                <a:lnTo>
                  <a:pt x="84066" y="169670"/>
                </a:lnTo>
                <a:lnTo>
                  <a:pt x="82016" y="171105"/>
                </a:lnTo>
                <a:lnTo>
                  <a:pt x="79965" y="172233"/>
                </a:lnTo>
                <a:lnTo>
                  <a:pt x="77710" y="173258"/>
                </a:lnTo>
                <a:lnTo>
                  <a:pt x="75454" y="174078"/>
                </a:lnTo>
                <a:lnTo>
                  <a:pt x="74122" y="174488"/>
                </a:lnTo>
                <a:lnTo>
                  <a:pt x="72789" y="174898"/>
                </a:lnTo>
                <a:lnTo>
                  <a:pt x="71354" y="175206"/>
                </a:lnTo>
                <a:lnTo>
                  <a:pt x="69918" y="175411"/>
                </a:lnTo>
                <a:lnTo>
                  <a:pt x="68483" y="175514"/>
                </a:lnTo>
                <a:lnTo>
                  <a:pt x="66945" y="175616"/>
                </a:lnTo>
                <a:lnTo>
                  <a:pt x="65510" y="175719"/>
                </a:lnTo>
                <a:lnTo>
                  <a:pt x="63972" y="175616"/>
                </a:lnTo>
                <a:lnTo>
                  <a:pt x="62024" y="175514"/>
                </a:lnTo>
                <a:lnTo>
                  <a:pt x="60179" y="175206"/>
                </a:lnTo>
                <a:lnTo>
                  <a:pt x="58334" y="174796"/>
                </a:lnTo>
                <a:lnTo>
                  <a:pt x="56591" y="174283"/>
                </a:lnTo>
                <a:lnTo>
                  <a:pt x="54745" y="173668"/>
                </a:lnTo>
                <a:lnTo>
                  <a:pt x="53105" y="172951"/>
                </a:lnTo>
                <a:lnTo>
                  <a:pt x="51465" y="172233"/>
                </a:lnTo>
                <a:lnTo>
                  <a:pt x="49824" y="171310"/>
                </a:lnTo>
                <a:lnTo>
                  <a:pt x="48184" y="170285"/>
                </a:lnTo>
                <a:lnTo>
                  <a:pt x="46646" y="169055"/>
                </a:lnTo>
                <a:lnTo>
                  <a:pt x="45109" y="167825"/>
                </a:lnTo>
                <a:lnTo>
                  <a:pt x="43673" y="166492"/>
                </a:lnTo>
                <a:lnTo>
                  <a:pt x="42341" y="165057"/>
                </a:lnTo>
                <a:lnTo>
                  <a:pt x="41110" y="163621"/>
                </a:lnTo>
                <a:lnTo>
                  <a:pt x="39983" y="162083"/>
                </a:lnTo>
                <a:lnTo>
                  <a:pt x="38957" y="160341"/>
                </a:lnTo>
                <a:lnTo>
                  <a:pt x="38035" y="158700"/>
                </a:lnTo>
                <a:lnTo>
                  <a:pt x="37215" y="156855"/>
                </a:lnTo>
                <a:lnTo>
                  <a:pt x="36497" y="155112"/>
                </a:lnTo>
                <a:lnTo>
                  <a:pt x="35882" y="153164"/>
                </a:lnTo>
                <a:lnTo>
                  <a:pt x="35369" y="151216"/>
                </a:lnTo>
                <a:lnTo>
                  <a:pt x="34959" y="149269"/>
                </a:lnTo>
                <a:lnTo>
                  <a:pt x="34754" y="147218"/>
                </a:lnTo>
                <a:lnTo>
                  <a:pt x="34652" y="145168"/>
                </a:lnTo>
                <a:lnTo>
                  <a:pt x="34652" y="143527"/>
                </a:lnTo>
                <a:lnTo>
                  <a:pt x="34754" y="141990"/>
                </a:lnTo>
                <a:lnTo>
                  <a:pt x="34959" y="140452"/>
                </a:lnTo>
                <a:lnTo>
                  <a:pt x="35267" y="138812"/>
                </a:lnTo>
                <a:lnTo>
                  <a:pt x="35574" y="137376"/>
                </a:lnTo>
                <a:lnTo>
                  <a:pt x="35984" y="135838"/>
                </a:lnTo>
                <a:lnTo>
                  <a:pt x="36394" y="134403"/>
                </a:lnTo>
                <a:lnTo>
                  <a:pt x="37010" y="132968"/>
                </a:lnTo>
                <a:lnTo>
                  <a:pt x="37625" y="131533"/>
                </a:lnTo>
                <a:lnTo>
                  <a:pt x="38240" y="130200"/>
                </a:lnTo>
                <a:lnTo>
                  <a:pt x="39060" y="128867"/>
                </a:lnTo>
                <a:lnTo>
                  <a:pt x="39778" y="127637"/>
                </a:lnTo>
                <a:lnTo>
                  <a:pt x="40700" y="126407"/>
                </a:lnTo>
                <a:lnTo>
                  <a:pt x="41623" y="125176"/>
                </a:lnTo>
                <a:lnTo>
                  <a:pt x="42546" y="124049"/>
                </a:lnTo>
                <a:lnTo>
                  <a:pt x="43571" y="122921"/>
                </a:lnTo>
                <a:lnTo>
                  <a:pt x="44699" y="121896"/>
                </a:lnTo>
                <a:lnTo>
                  <a:pt x="45826" y="120973"/>
                </a:lnTo>
                <a:lnTo>
                  <a:pt x="46954" y="120050"/>
                </a:lnTo>
                <a:lnTo>
                  <a:pt x="48184" y="119128"/>
                </a:lnTo>
                <a:lnTo>
                  <a:pt x="49517" y="118308"/>
                </a:lnTo>
                <a:lnTo>
                  <a:pt x="50747" y="117590"/>
                </a:lnTo>
                <a:lnTo>
                  <a:pt x="52182" y="116872"/>
                </a:lnTo>
                <a:lnTo>
                  <a:pt x="53515" y="116257"/>
                </a:lnTo>
                <a:lnTo>
                  <a:pt x="54950" y="115642"/>
                </a:lnTo>
                <a:lnTo>
                  <a:pt x="56386" y="115129"/>
                </a:lnTo>
                <a:lnTo>
                  <a:pt x="57924" y="114719"/>
                </a:lnTo>
                <a:lnTo>
                  <a:pt x="59359" y="114412"/>
                </a:lnTo>
                <a:lnTo>
                  <a:pt x="60897" y="114104"/>
                </a:lnTo>
                <a:lnTo>
                  <a:pt x="62537" y="113899"/>
                </a:lnTo>
                <a:lnTo>
                  <a:pt x="64075" y="113797"/>
                </a:lnTo>
                <a:lnTo>
                  <a:pt x="65715" y="113797"/>
                </a:lnTo>
                <a:lnTo>
                  <a:pt x="68278" y="113899"/>
                </a:lnTo>
                <a:lnTo>
                  <a:pt x="70738" y="114104"/>
                </a:lnTo>
                <a:lnTo>
                  <a:pt x="73096" y="114617"/>
                </a:lnTo>
                <a:lnTo>
                  <a:pt x="75454" y="115335"/>
                </a:lnTo>
                <a:lnTo>
                  <a:pt x="75454" y="89705"/>
                </a:lnTo>
                <a:lnTo>
                  <a:pt x="75454" y="80580"/>
                </a:lnTo>
                <a:lnTo>
                  <a:pt x="72994" y="80273"/>
                </a:lnTo>
                <a:lnTo>
                  <a:pt x="70533" y="80068"/>
                </a:lnTo>
                <a:lnTo>
                  <a:pt x="68073" y="79863"/>
                </a:lnTo>
                <a:lnTo>
                  <a:pt x="65612" y="79863"/>
                </a:lnTo>
                <a:lnTo>
                  <a:pt x="62127" y="79965"/>
                </a:lnTo>
                <a:lnTo>
                  <a:pt x="58539" y="80170"/>
                </a:lnTo>
                <a:lnTo>
                  <a:pt x="55155" y="80683"/>
                </a:lnTo>
                <a:lnTo>
                  <a:pt x="51670" y="81298"/>
                </a:lnTo>
                <a:lnTo>
                  <a:pt x="48287" y="82118"/>
                </a:lnTo>
                <a:lnTo>
                  <a:pt x="45006" y="83041"/>
                </a:lnTo>
                <a:lnTo>
                  <a:pt x="41725" y="84271"/>
                </a:lnTo>
                <a:lnTo>
                  <a:pt x="38547" y="85501"/>
                </a:lnTo>
                <a:lnTo>
                  <a:pt x="35472" y="87039"/>
                </a:lnTo>
                <a:lnTo>
                  <a:pt x="32499" y="88679"/>
                </a:lnTo>
                <a:lnTo>
                  <a:pt x="29526" y="90525"/>
                </a:lnTo>
                <a:lnTo>
                  <a:pt x="26655" y="92473"/>
                </a:lnTo>
                <a:lnTo>
                  <a:pt x="23887" y="94626"/>
                </a:lnTo>
                <a:lnTo>
                  <a:pt x="21222" y="96881"/>
                </a:lnTo>
                <a:lnTo>
                  <a:pt x="18761" y="99341"/>
                </a:lnTo>
                <a:lnTo>
                  <a:pt x="16301" y="101904"/>
                </a:lnTo>
                <a:lnTo>
                  <a:pt x="14558" y="103955"/>
                </a:lnTo>
                <a:lnTo>
                  <a:pt x="12917" y="106005"/>
                </a:lnTo>
                <a:lnTo>
                  <a:pt x="11277" y="108261"/>
                </a:lnTo>
                <a:lnTo>
                  <a:pt x="9842" y="110414"/>
                </a:lnTo>
                <a:lnTo>
                  <a:pt x="8509" y="112772"/>
                </a:lnTo>
                <a:lnTo>
                  <a:pt x="7176" y="115027"/>
                </a:lnTo>
                <a:lnTo>
                  <a:pt x="6049" y="117487"/>
                </a:lnTo>
                <a:lnTo>
                  <a:pt x="4921" y="119948"/>
                </a:lnTo>
                <a:lnTo>
                  <a:pt x="3998" y="122408"/>
                </a:lnTo>
                <a:lnTo>
                  <a:pt x="3076" y="124869"/>
                </a:lnTo>
                <a:lnTo>
                  <a:pt x="2358" y="127432"/>
                </a:lnTo>
                <a:lnTo>
                  <a:pt x="1640" y="129995"/>
                </a:lnTo>
                <a:lnTo>
                  <a:pt x="1128" y="132660"/>
                </a:lnTo>
                <a:lnTo>
                  <a:pt x="615" y="135326"/>
                </a:lnTo>
                <a:lnTo>
                  <a:pt x="308" y="137991"/>
                </a:lnTo>
                <a:lnTo>
                  <a:pt x="103" y="140657"/>
                </a:lnTo>
                <a:lnTo>
                  <a:pt x="0" y="144143"/>
                </a:lnTo>
                <a:lnTo>
                  <a:pt x="0" y="147628"/>
                </a:lnTo>
                <a:lnTo>
                  <a:pt x="308" y="151114"/>
                </a:lnTo>
                <a:lnTo>
                  <a:pt x="718" y="154497"/>
                </a:lnTo>
                <a:lnTo>
                  <a:pt x="1333" y="157880"/>
                </a:lnTo>
                <a:lnTo>
                  <a:pt x="2153" y="161263"/>
                </a:lnTo>
                <a:lnTo>
                  <a:pt x="3076" y="164544"/>
                </a:lnTo>
                <a:lnTo>
                  <a:pt x="4203" y="167722"/>
                </a:lnTo>
                <a:lnTo>
                  <a:pt x="5536" y="170900"/>
                </a:lnTo>
                <a:lnTo>
                  <a:pt x="6971" y="173976"/>
                </a:lnTo>
                <a:lnTo>
                  <a:pt x="8612" y="176949"/>
                </a:lnTo>
                <a:lnTo>
                  <a:pt x="10457" y="179819"/>
                </a:lnTo>
                <a:lnTo>
                  <a:pt x="12405" y="182690"/>
                </a:lnTo>
                <a:lnTo>
                  <a:pt x="14455" y="185458"/>
                </a:lnTo>
                <a:lnTo>
                  <a:pt x="16813" y="188021"/>
                </a:lnTo>
                <a:lnTo>
                  <a:pt x="19171" y="190584"/>
                </a:lnTo>
                <a:lnTo>
                  <a:pt x="20709" y="192019"/>
                </a:lnTo>
                <a:lnTo>
                  <a:pt x="22247" y="193352"/>
                </a:lnTo>
                <a:lnTo>
                  <a:pt x="23785" y="194685"/>
                </a:lnTo>
                <a:lnTo>
                  <a:pt x="25425" y="196017"/>
                </a:lnTo>
                <a:lnTo>
                  <a:pt x="27578" y="197555"/>
                </a:lnTo>
                <a:lnTo>
                  <a:pt x="29833" y="199093"/>
                </a:lnTo>
                <a:lnTo>
                  <a:pt x="32089" y="200528"/>
                </a:lnTo>
                <a:lnTo>
                  <a:pt x="34447" y="201861"/>
                </a:lnTo>
                <a:lnTo>
                  <a:pt x="36805" y="203091"/>
                </a:lnTo>
                <a:lnTo>
                  <a:pt x="39265" y="204219"/>
                </a:lnTo>
                <a:lnTo>
                  <a:pt x="41725" y="205142"/>
                </a:lnTo>
                <a:lnTo>
                  <a:pt x="44288" y="206064"/>
                </a:lnTo>
                <a:lnTo>
                  <a:pt x="46851" y="206884"/>
                </a:lnTo>
                <a:lnTo>
                  <a:pt x="49414" y="207602"/>
                </a:lnTo>
                <a:lnTo>
                  <a:pt x="52080" y="208217"/>
                </a:lnTo>
                <a:lnTo>
                  <a:pt x="54745" y="208730"/>
                </a:lnTo>
                <a:lnTo>
                  <a:pt x="57411" y="209140"/>
                </a:lnTo>
                <a:lnTo>
                  <a:pt x="60076" y="209345"/>
                </a:lnTo>
                <a:lnTo>
                  <a:pt x="62844" y="209550"/>
                </a:lnTo>
                <a:lnTo>
                  <a:pt x="68073" y="209550"/>
                </a:lnTo>
                <a:lnTo>
                  <a:pt x="70533" y="209447"/>
                </a:lnTo>
                <a:lnTo>
                  <a:pt x="72994" y="209140"/>
                </a:lnTo>
                <a:lnTo>
                  <a:pt x="75454" y="208832"/>
                </a:lnTo>
                <a:lnTo>
                  <a:pt x="78017" y="208422"/>
                </a:lnTo>
                <a:lnTo>
                  <a:pt x="80580" y="207910"/>
                </a:lnTo>
                <a:lnTo>
                  <a:pt x="83143" y="207295"/>
                </a:lnTo>
                <a:lnTo>
                  <a:pt x="85604" y="206577"/>
                </a:lnTo>
                <a:lnTo>
                  <a:pt x="88064" y="205757"/>
                </a:lnTo>
                <a:lnTo>
                  <a:pt x="90422" y="204834"/>
                </a:lnTo>
                <a:lnTo>
                  <a:pt x="92780" y="203809"/>
                </a:lnTo>
                <a:lnTo>
                  <a:pt x="95138" y="202681"/>
                </a:lnTo>
                <a:lnTo>
                  <a:pt x="97496" y="201451"/>
                </a:lnTo>
                <a:lnTo>
                  <a:pt x="99649" y="200221"/>
                </a:lnTo>
                <a:lnTo>
                  <a:pt x="101904" y="198785"/>
                </a:lnTo>
                <a:lnTo>
                  <a:pt x="104057" y="197350"/>
                </a:lnTo>
                <a:lnTo>
                  <a:pt x="106108" y="195812"/>
                </a:lnTo>
                <a:lnTo>
                  <a:pt x="108158" y="194172"/>
                </a:lnTo>
                <a:lnTo>
                  <a:pt x="110106" y="192429"/>
                </a:lnTo>
                <a:lnTo>
                  <a:pt x="112054" y="190584"/>
                </a:lnTo>
                <a:lnTo>
                  <a:pt x="114309" y="188226"/>
                </a:lnTo>
                <a:lnTo>
                  <a:pt x="116360" y="185868"/>
                </a:lnTo>
                <a:lnTo>
                  <a:pt x="118410" y="183305"/>
                </a:lnTo>
                <a:lnTo>
                  <a:pt x="120255" y="180742"/>
                </a:lnTo>
                <a:lnTo>
                  <a:pt x="121896" y="178076"/>
                </a:lnTo>
                <a:lnTo>
                  <a:pt x="123536" y="175308"/>
                </a:lnTo>
                <a:lnTo>
                  <a:pt x="124971" y="172540"/>
                </a:lnTo>
                <a:lnTo>
                  <a:pt x="126201" y="169670"/>
                </a:lnTo>
                <a:lnTo>
                  <a:pt x="127432" y="166799"/>
                </a:lnTo>
                <a:lnTo>
                  <a:pt x="128354" y="163724"/>
                </a:lnTo>
                <a:lnTo>
                  <a:pt x="129277" y="160751"/>
                </a:lnTo>
                <a:lnTo>
                  <a:pt x="129995" y="157675"/>
                </a:lnTo>
                <a:lnTo>
                  <a:pt x="130507" y="154497"/>
                </a:lnTo>
                <a:lnTo>
                  <a:pt x="130917" y="151421"/>
                </a:lnTo>
                <a:lnTo>
                  <a:pt x="131122" y="148243"/>
                </a:lnTo>
                <a:lnTo>
                  <a:pt x="131225" y="144963"/>
                </a:lnTo>
                <a:lnTo>
                  <a:pt x="131122" y="68483"/>
                </a:lnTo>
                <a:lnTo>
                  <a:pt x="133275" y="70123"/>
                </a:lnTo>
                <a:lnTo>
                  <a:pt x="135633" y="71764"/>
                </a:lnTo>
                <a:lnTo>
                  <a:pt x="137889" y="73301"/>
                </a:lnTo>
                <a:lnTo>
                  <a:pt x="140349" y="74737"/>
                </a:lnTo>
                <a:lnTo>
                  <a:pt x="142707" y="76070"/>
                </a:lnTo>
                <a:lnTo>
                  <a:pt x="145168" y="77300"/>
                </a:lnTo>
                <a:lnTo>
                  <a:pt x="147731" y="78530"/>
                </a:lnTo>
                <a:lnTo>
                  <a:pt x="150294" y="79658"/>
                </a:lnTo>
                <a:lnTo>
                  <a:pt x="154394" y="81298"/>
                </a:lnTo>
                <a:lnTo>
                  <a:pt x="158495" y="82631"/>
                </a:lnTo>
                <a:lnTo>
                  <a:pt x="162596" y="83861"/>
                </a:lnTo>
                <a:lnTo>
                  <a:pt x="166902" y="84784"/>
                </a:lnTo>
                <a:lnTo>
                  <a:pt x="171105" y="85501"/>
                </a:lnTo>
                <a:lnTo>
                  <a:pt x="175411" y="86116"/>
                </a:lnTo>
                <a:lnTo>
                  <a:pt x="179819" y="86424"/>
                </a:lnTo>
                <a:lnTo>
                  <a:pt x="184125" y="86527"/>
                </a:lnTo>
                <a:lnTo>
                  <a:pt x="184125" y="61614"/>
                </a:lnTo>
                <a:lnTo>
                  <a:pt x="184125" y="52388"/>
                </a:lnTo>
                <a:lnTo>
                  <a:pt x="184022" y="52490"/>
                </a:lnTo>
                <a:lnTo>
                  <a:pt x="181767" y="52388"/>
                </a:lnTo>
                <a:lnTo>
                  <a:pt x="179614" y="52285"/>
                </a:lnTo>
                <a:lnTo>
                  <a:pt x="177461" y="52080"/>
                </a:lnTo>
                <a:lnTo>
                  <a:pt x="175308" y="51670"/>
                </a:lnTo>
                <a:lnTo>
                  <a:pt x="173155" y="51362"/>
                </a:lnTo>
                <a:lnTo>
                  <a:pt x="171003" y="50850"/>
                </a:lnTo>
                <a:lnTo>
                  <a:pt x="168952" y="50235"/>
                </a:lnTo>
                <a:lnTo>
                  <a:pt x="166902" y="49619"/>
                </a:lnTo>
                <a:lnTo>
                  <a:pt x="164954" y="48902"/>
                </a:lnTo>
                <a:lnTo>
                  <a:pt x="163006" y="48082"/>
                </a:lnTo>
                <a:lnTo>
                  <a:pt x="161058" y="47262"/>
                </a:lnTo>
                <a:lnTo>
                  <a:pt x="159213" y="46236"/>
                </a:lnTo>
                <a:lnTo>
                  <a:pt x="157367" y="45211"/>
                </a:lnTo>
                <a:lnTo>
                  <a:pt x="155522" y="44186"/>
                </a:lnTo>
                <a:lnTo>
                  <a:pt x="153779" y="42956"/>
                </a:lnTo>
                <a:lnTo>
                  <a:pt x="152139" y="41828"/>
                </a:lnTo>
                <a:lnTo>
                  <a:pt x="150294" y="40290"/>
                </a:lnTo>
                <a:lnTo>
                  <a:pt x="148448" y="38752"/>
                </a:lnTo>
                <a:lnTo>
                  <a:pt x="146705" y="37112"/>
                </a:lnTo>
                <a:lnTo>
                  <a:pt x="145065" y="35369"/>
                </a:lnTo>
                <a:lnTo>
                  <a:pt x="143527" y="33626"/>
                </a:lnTo>
                <a:lnTo>
                  <a:pt x="141989" y="31679"/>
                </a:lnTo>
                <a:lnTo>
                  <a:pt x="140554" y="29833"/>
                </a:lnTo>
                <a:lnTo>
                  <a:pt x="139221" y="27783"/>
                </a:lnTo>
                <a:lnTo>
                  <a:pt x="137991" y="25732"/>
                </a:lnTo>
                <a:lnTo>
                  <a:pt x="136864" y="23682"/>
                </a:lnTo>
                <a:lnTo>
                  <a:pt x="135838" y="21427"/>
                </a:lnTo>
                <a:lnTo>
                  <a:pt x="134813" y="19274"/>
                </a:lnTo>
                <a:lnTo>
                  <a:pt x="133993" y="17018"/>
                </a:lnTo>
                <a:lnTo>
                  <a:pt x="133275" y="14660"/>
                </a:lnTo>
                <a:lnTo>
                  <a:pt x="132558" y="12302"/>
                </a:lnTo>
                <a:lnTo>
                  <a:pt x="132045" y="9842"/>
                </a:lnTo>
                <a:lnTo>
                  <a:pt x="131635" y="7484"/>
                </a:lnTo>
                <a:lnTo>
                  <a:pt x="131327" y="5023"/>
                </a:lnTo>
                <a:lnTo>
                  <a:pt x="131122" y="2460"/>
                </a:lnTo>
                <a:lnTo>
                  <a:pt x="1310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8"/>
          <p:cNvSpPr/>
          <p:nvPr/>
        </p:nvSpPr>
        <p:spPr>
          <a:xfrm>
            <a:off x="1977290" y="2858929"/>
            <a:ext cx="234870" cy="195739"/>
          </a:xfrm>
          <a:custGeom>
            <a:rect b="b" l="l" r="r" t="t"/>
            <a:pathLst>
              <a:path extrusionOk="0" h="10975" w="13277">
                <a:moveTo>
                  <a:pt x="4037" y="8573"/>
                </a:moveTo>
                <a:cubicBezTo>
                  <a:pt x="2602" y="8540"/>
                  <a:pt x="1735" y="7506"/>
                  <a:pt x="1502" y="6672"/>
                </a:cubicBezTo>
                <a:cubicBezTo>
                  <a:pt x="1902" y="6772"/>
                  <a:pt x="2269" y="6739"/>
                  <a:pt x="2669" y="6639"/>
                </a:cubicBezTo>
                <a:cubicBezTo>
                  <a:pt x="2669" y="6639"/>
                  <a:pt x="2669" y="6639"/>
                  <a:pt x="2702" y="6639"/>
                </a:cubicBezTo>
                <a:cubicBezTo>
                  <a:pt x="1935" y="6472"/>
                  <a:pt x="1335" y="6038"/>
                  <a:pt x="934" y="5371"/>
                </a:cubicBezTo>
                <a:cubicBezTo>
                  <a:pt x="668" y="4938"/>
                  <a:pt x="534" y="4471"/>
                  <a:pt x="534" y="3937"/>
                </a:cubicBezTo>
                <a:cubicBezTo>
                  <a:pt x="901" y="4137"/>
                  <a:pt x="1301" y="4270"/>
                  <a:pt x="1735" y="4270"/>
                </a:cubicBezTo>
                <a:cubicBezTo>
                  <a:pt x="1168" y="3837"/>
                  <a:pt x="768" y="3303"/>
                  <a:pt x="634" y="2603"/>
                </a:cubicBezTo>
                <a:cubicBezTo>
                  <a:pt x="467" y="1902"/>
                  <a:pt x="568" y="1268"/>
                  <a:pt x="901" y="634"/>
                </a:cubicBezTo>
                <a:cubicBezTo>
                  <a:pt x="2402" y="2369"/>
                  <a:pt x="4270" y="3336"/>
                  <a:pt x="6538" y="3470"/>
                </a:cubicBezTo>
                <a:cubicBezTo>
                  <a:pt x="6538" y="3370"/>
                  <a:pt x="6505" y="3270"/>
                  <a:pt x="6505" y="3170"/>
                </a:cubicBezTo>
                <a:cubicBezTo>
                  <a:pt x="6405" y="2536"/>
                  <a:pt x="6538" y="1935"/>
                  <a:pt x="6905" y="1402"/>
                </a:cubicBezTo>
                <a:cubicBezTo>
                  <a:pt x="7339" y="735"/>
                  <a:pt x="7939" y="301"/>
                  <a:pt x="8740" y="167"/>
                </a:cubicBezTo>
                <a:cubicBezTo>
                  <a:pt x="9674" y="1"/>
                  <a:pt x="10475" y="268"/>
                  <a:pt x="11142" y="935"/>
                </a:cubicBezTo>
                <a:cubicBezTo>
                  <a:pt x="11175" y="968"/>
                  <a:pt x="11208" y="968"/>
                  <a:pt x="11275" y="968"/>
                </a:cubicBezTo>
                <a:cubicBezTo>
                  <a:pt x="11842" y="835"/>
                  <a:pt x="12376" y="634"/>
                  <a:pt x="12876" y="368"/>
                </a:cubicBezTo>
                <a:cubicBezTo>
                  <a:pt x="12876" y="334"/>
                  <a:pt x="12910" y="334"/>
                  <a:pt x="12910" y="334"/>
                </a:cubicBezTo>
                <a:lnTo>
                  <a:pt x="12910" y="334"/>
                </a:lnTo>
                <a:cubicBezTo>
                  <a:pt x="12710" y="968"/>
                  <a:pt x="12309" y="1468"/>
                  <a:pt x="11742" y="1835"/>
                </a:cubicBezTo>
                <a:cubicBezTo>
                  <a:pt x="12276" y="1769"/>
                  <a:pt x="12776" y="1635"/>
                  <a:pt x="13277" y="1402"/>
                </a:cubicBezTo>
                <a:lnTo>
                  <a:pt x="13277" y="1435"/>
                </a:lnTo>
                <a:cubicBezTo>
                  <a:pt x="13177" y="1568"/>
                  <a:pt x="13076" y="1702"/>
                  <a:pt x="12976" y="1835"/>
                </a:cubicBezTo>
                <a:cubicBezTo>
                  <a:pt x="12676" y="2202"/>
                  <a:pt x="12343" y="2502"/>
                  <a:pt x="11976" y="2769"/>
                </a:cubicBezTo>
                <a:cubicBezTo>
                  <a:pt x="11942" y="2803"/>
                  <a:pt x="11942" y="2836"/>
                  <a:pt x="11942" y="2869"/>
                </a:cubicBezTo>
                <a:cubicBezTo>
                  <a:pt x="11942" y="3270"/>
                  <a:pt x="11942" y="3670"/>
                  <a:pt x="11876" y="4070"/>
                </a:cubicBezTo>
                <a:cubicBezTo>
                  <a:pt x="11776" y="4938"/>
                  <a:pt x="11542" y="5738"/>
                  <a:pt x="11175" y="6505"/>
                </a:cubicBezTo>
                <a:cubicBezTo>
                  <a:pt x="10808" y="7306"/>
                  <a:pt x="10308" y="8040"/>
                  <a:pt x="9707" y="8674"/>
                </a:cubicBezTo>
                <a:cubicBezTo>
                  <a:pt x="8673" y="9741"/>
                  <a:pt x="7406" y="10441"/>
                  <a:pt x="5971" y="10742"/>
                </a:cubicBezTo>
                <a:cubicBezTo>
                  <a:pt x="5438" y="10875"/>
                  <a:pt x="4937" y="10908"/>
                  <a:pt x="4437" y="10942"/>
                </a:cubicBezTo>
                <a:cubicBezTo>
                  <a:pt x="2869" y="10975"/>
                  <a:pt x="1401" y="10575"/>
                  <a:pt x="67" y="9774"/>
                </a:cubicBezTo>
                <a:cubicBezTo>
                  <a:pt x="34" y="9741"/>
                  <a:pt x="34" y="9741"/>
                  <a:pt x="0" y="9708"/>
                </a:cubicBezTo>
                <a:cubicBezTo>
                  <a:pt x="968" y="9808"/>
                  <a:pt x="1868" y="9708"/>
                  <a:pt x="2736" y="9341"/>
                </a:cubicBezTo>
                <a:cubicBezTo>
                  <a:pt x="3203" y="9141"/>
                  <a:pt x="3636" y="8907"/>
                  <a:pt x="4037" y="8573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48"/>
          <p:cNvSpPr/>
          <p:nvPr/>
        </p:nvSpPr>
        <p:spPr>
          <a:xfrm>
            <a:off x="1267927" y="2835282"/>
            <a:ext cx="129596" cy="243034"/>
          </a:xfrm>
          <a:custGeom>
            <a:rect b="b" l="l" r="r" t="t"/>
            <a:pathLst>
              <a:path extrusionOk="0" h="13644" w="7106">
                <a:moveTo>
                  <a:pt x="5671" y="2336"/>
                </a:moveTo>
                <a:cubicBezTo>
                  <a:pt x="6071" y="2302"/>
                  <a:pt x="6505" y="2336"/>
                  <a:pt x="6939" y="2336"/>
                </a:cubicBezTo>
                <a:lnTo>
                  <a:pt x="7105" y="2336"/>
                </a:lnTo>
                <a:lnTo>
                  <a:pt x="7105" y="134"/>
                </a:lnTo>
                <a:cubicBezTo>
                  <a:pt x="6872" y="101"/>
                  <a:pt x="6638" y="67"/>
                  <a:pt x="6405" y="67"/>
                </a:cubicBezTo>
                <a:cubicBezTo>
                  <a:pt x="5971" y="34"/>
                  <a:pt x="5538" y="1"/>
                  <a:pt x="5104" y="34"/>
                </a:cubicBezTo>
                <a:cubicBezTo>
                  <a:pt x="4437" y="34"/>
                  <a:pt x="3803" y="201"/>
                  <a:pt x="3269" y="601"/>
                </a:cubicBezTo>
                <a:cubicBezTo>
                  <a:pt x="2635" y="1035"/>
                  <a:pt x="2302" y="1668"/>
                  <a:pt x="2168" y="2436"/>
                </a:cubicBezTo>
                <a:cubicBezTo>
                  <a:pt x="2102" y="2736"/>
                  <a:pt x="2102" y="3069"/>
                  <a:pt x="2102" y="3370"/>
                </a:cubicBezTo>
                <a:cubicBezTo>
                  <a:pt x="2068" y="3870"/>
                  <a:pt x="2068" y="4370"/>
                  <a:pt x="2102" y="4837"/>
                </a:cubicBezTo>
                <a:lnTo>
                  <a:pt x="2102" y="5038"/>
                </a:lnTo>
                <a:lnTo>
                  <a:pt x="0" y="5038"/>
                </a:lnTo>
                <a:lnTo>
                  <a:pt x="0" y="7473"/>
                </a:lnTo>
                <a:lnTo>
                  <a:pt x="2068" y="7473"/>
                </a:lnTo>
                <a:lnTo>
                  <a:pt x="2068" y="13644"/>
                </a:lnTo>
                <a:lnTo>
                  <a:pt x="4637" y="13644"/>
                </a:lnTo>
                <a:lnTo>
                  <a:pt x="4637" y="7506"/>
                </a:lnTo>
                <a:lnTo>
                  <a:pt x="6705" y="7506"/>
                </a:lnTo>
                <a:cubicBezTo>
                  <a:pt x="6805" y="6672"/>
                  <a:pt x="6905" y="5871"/>
                  <a:pt x="7039" y="5038"/>
                </a:cubicBezTo>
                <a:lnTo>
                  <a:pt x="6572" y="5038"/>
                </a:lnTo>
                <a:cubicBezTo>
                  <a:pt x="5971" y="5038"/>
                  <a:pt x="4604" y="5038"/>
                  <a:pt x="4604" y="5038"/>
                </a:cubicBezTo>
                <a:cubicBezTo>
                  <a:pt x="4604" y="5038"/>
                  <a:pt x="4604" y="3803"/>
                  <a:pt x="4637" y="3303"/>
                </a:cubicBezTo>
                <a:cubicBezTo>
                  <a:pt x="4637" y="2569"/>
                  <a:pt x="5071" y="2336"/>
                  <a:pt x="5671" y="233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5" name="Google Shape;575;p48"/>
          <p:cNvGrpSpPr/>
          <p:nvPr/>
        </p:nvGrpSpPr>
        <p:grpSpPr>
          <a:xfrm>
            <a:off x="2751335" y="2847750"/>
            <a:ext cx="210781" cy="218097"/>
            <a:chOff x="5771908" y="9306389"/>
            <a:chExt cx="601200" cy="631800"/>
          </a:xfrm>
        </p:grpSpPr>
        <p:sp>
          <p:nvSpPr>
            <p:cNvPr id="576" name="Google Shape;576;p48"/>
            <p:cNvSpPr/>
            <p:nvPr/>
          </p:nvSpPr>
          <p:spPr>
            <a:xfrm>
              <a:off x="5771908" y="9306389"/>
              <a:ext cx="601200" cy="6318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8"/>
            <p:cNvSpPr/>
            <p:nvPr/>
          </p:nvSpPr>
          <p:spPr>
            <a:xfrm>
              <a:off x="5933458" y="9483239"/>
              <a:ext cx="278100" cy="278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8"/>
            <p:cNvSpPr/>
            <p:nvPr/>
          </p:nvSpPr>
          <p:spPr>
            <a:xfrm>
              <a:off x="6229725" y="9375300"/>
              <a:ext cx="93900" cy="93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9" name="Google Shape;579;p48"/>
          <p:cNvSpPr txBox="1"/>
          <p:nvPr>
            <p:ph idx="4294967295" type="subTitle"/>
          </p:nvPr>
        </p:nvSpPr>
        <p:spPr>
          <a:xfrm>
            <a:off x="953250" y="4331350"/>
            <a:ext cx="46158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Please keep this slide for attribution</a:t>
            </a:r>
            <a:endParaRPr sz="1000"/>
          </a:p>
        </p:txBody>
      </p:sp>
      <p:pic>
        <p:nvPicPr>
          <p:cNvPr id="580" name="Google Shape;580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1067" l="38754" r="24386" t="0"/>
          <a:stretch/>
        </p:blipFill>
        <p:spPr>
          <a:xfrm>
            <a:off x="5590025" y="541782"/>
            <a:ext cx="2843784" cy="4059936"/>
          </a:xfrm>
          <a:prstGeom prst="rect">
            <a:avLst/>
          </a:prstGeom>
        </p:spPr>
      </p:pic>
      <p:grpSp>
        <p:nvGrpSpPr>
          <p:cNvPr id="581" name="Google Shape;581;p48"/>
          <p:cNvGrpSpPr/>
          <p:nvPr/>
        </p:nvGrpSpPr>
        <p:grpSpPr>
          <a:xfrm>
            <a:off x="8202163" y="537950"/>
            <a:ext cx="457200" cy="1218900"/>
            <a:chOff x="262800" y="3367325"/>
            <a:chExt cx="457200" cy="1218900"/>
          </a:xfrm>
        </p:grpSpPr>
        <p:cxnSp>
          <p:nvCxnSpPr>
            <p:cNvPr id="582" name="Google Shape;582;p48"/>
            <p:cNvCxnSpPr/>
            <p:nvPr/>
          </p:nvCxnSpPr>
          <p:spPr>
            <a:xfrm>
              <a:off x="7200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48"/>
            <p:cNvCxnSpPr/>
            <p:nvPr/>
          </p:nvCxnSpPr>
          <p:spPr>
            <a:xfrm>
              <a:off x="5676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48"/>
            <p:cNvCxnSpPr/>
            <p:nvPr/>
          </p:nvCxnSpPr>
          <p:spPr>
            <a:xfrm>
              <a:off x="4152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48"/>
            <p:cNvCxnSpPr/>
            <p:nvPr/>
          </p:nvCxnSpPr>
          <p:spPr>
            <a:xfrm>
              <a:off x="262800" y="3367325"/>
              <a:ext cx="0" cy="12189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6" name="Google Shape;586;p48"/>
          <p:cNvSpPr/>
          <p:nvPr/>
        </p:nvSpPr>
        <p:spPr>
          <a:xfrm>
            <a:off x="7260474" y="3982562"/>
            <a:ext cx="2340600" cy="2340600"/>
          </a:xfrm>
          <a:prstGeom prst="donut">
            <a:avLst>
              <a:gd fmla="val 25000" name="adj"/>
            </a:avLst>
          </a:prstGeom>
          <a:solidFill>
            <a:srgbClr val="2D4494">
              <a:alpha val="33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ewerage System Construction Project Proposal by Slidesgo">
  <a:themeElements>
    <a:clrScheme name="Simple Light">
      <a:dk1>
        <a:srgbClr val="3E55A2"/>
      </a:dk1>
      <a:lt1>
        <a:srgbClr val="000000"/>
      </a:lt1>
      <a:dk2>
        <a:srgbClr val="FDFDFD"/>
      </a:dk2>
      <a:lt2>
        <a:srgbClr val="EEEEEE"/>
      </a:lt2>
      <a:accent1>
        <a:srgbClr val="879CE6"/>
      </a:accent1>
      <a:accent2>
        <a:srgbClr val="C5D2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